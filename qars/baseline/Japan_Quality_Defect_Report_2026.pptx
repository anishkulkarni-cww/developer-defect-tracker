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337" r:id="rId3"/>
    <p:sldId id="364" r:id="rId4"/>
    <p:sldId id="338" r:id="rId5"/>
    <p:sldId id="340" r:id="rId6"/>
    <p:sldId id="365" r:id="rId7"/>
    <p:sldId id="366" r:id="rId8"/>
    <p:sldId id="367" r:id="rId9"/>
    <p:sldId id="368" r:id="rId10"/>
    <p:sldId id="369" r:id="rId11"/>
    <p:sldId id="370" r:id="rId12"/>
    <p:sldId id="371" r:id="rId13"/>
    <p:sldId id="339" r:id="rId14"/>
    <p:sldId id="372" r:id="rId15"/>
    <p:sldId id="373" r:id="rId16"/>
    <p:sldId id="374" r:id="rId17"/>
    <p:sldId id="375" r:id="rId18"/>
    <p:sldId id="377" r:id="rId19"/>
    <p:sldId id="378" r:id="rId20"/>
    <p:sldId id="379" r:id="rId21"/>
    <p:sldId id="380" r:id="rId22"/>
    <p:sldId id="381" r:id="rId23"/>
    <p:sldId id="382" r:id="rId24"/>
    <p:sldId id="384" r:id="rId25"/>
    <p:sldId id="383" r:id="rId26"/>
    <p:sldId id="385" r:id="rId27"/>
    <p:sldId id="28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49F1CC-588B-4945-B9B2-E0AFAB448D72}" v="9" dt="2025-08-02T16:41:45.5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6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dge, Rahul  (BOM-IPS)" userId="188ae9a2-c6e8-405f-a634-5da2714aecff" providerId="ADAL" clId="{5760830A-4724-4846-A106-80CB364D7AE1}"/>
    <pc:docChg chg="custSel addSld modSld sldOrd">
      <pc:chgData name="Shedge, Rahul  (BOM-IPS)" userId="188ae9a2-c6e8-405f-a634-5da2714aecff" providerId="ADAL" clId="{5760830A-4724-4846-A106-80CB364D7AE1}" dt="2025-06-29T06:12:05.819" v="186" actId="14100"/>
      <pc:docMkLst>
        <pc:docMk/>
      </pc:docMkLst>
      <pc:sldChg chg="addSp delSp modSp mod">
        <pc:chgData name="Shedge, Rahul  (BOM-IPS)" userId="188ae9a2-c6e8-405f-a634-5da2714aecff" providerId="ADAL" clId="{5760830A-4724-4846-A106-80CB364D7AE1}" dt="2025-06-29T06:11:49.647" v="182"/>
        <pc:sldMkLst>
          <pc:docMk/>
          <pc:sldMk cId="4019288391" sldId="328"/>
        </pc:sldMkLst>
        <pc:spChg chg="mod">
          <ac:chgData name="Shedge, Rahul  (BOM-IPS)" userId="188ae9a2-c6e8-405f-a634-5da2714aecff" providerId="ADAL" clId="{5760830A-4724-4846-A106-80CB364D7AE1}" dt="2025-06-29T06:11:34.371" v="179" actId="1076"/>
          <ac:spMkLst>
            <pc:docMk/>
            <pc:sldMk cId="4019288391" sldId="328"/>
            <ac:spMk id="2" creationId="{6B34CE78-2728-4CEE-EF69-3EDE0CE80EFB}"/>
          </ac:spMkLst>
        </pc:spChg>
      </pc:sldChg>
      <pc:sldChg chg="modSp add mod ord">
        <pc:chgData name="Shedge, Rahul  (BOM-IPS)" userId="188ae9a2-c6e8-405f-a634-5da2714aecff" providerId="ADAL" clId="{5760830A-4724-4846-A106-80CB364D7AE1}" dt="2025-06-23T04:59:23.799" v="25"/>
        <pc:sldMkLst>
          <pc:docMk/>
          <pc:sldMk cId="849025272" sldId="329"/>
        </pc:sldMkLst>
      </pc:sldChg>
      <pc:sldChg chg="addSp delSp modSp add mod ord">
        <pc:chgData name="Shedge, Rahul  (BOM-IPS)" userId="188ae9a2-c6e8-405f-a634-5da2714aecff" providerId="ADAL" clId="{5760830A-4724-4846-A106-80CB364D7AE1}" dt="2025-06-23T05:00:39.459" v="55"/>
        <pc:sldMkLst>
          <pc:docMk/>
          <pc:sldMk cId="2510123657" sldId="330"/>
        </pc:sldMkLst>
      </pc:sldChg>
      <pc:sldChg chg="addSp delSp modSp add mod ord">
        <pc:chgData name="Shedge, Rahul  (BOM-IPS)" userId="188ae9a2-c6e8-405f-a634-5da2714aecff" providerId="ADAL" clId="{5760830A-4724-4846-A106-80CB364D7AE1}" dt="2025-06-23T05:01:34.300" v="70"/>
        <pc:sldMkLst>
          <pc:docMk/>
          <pc:sldMk cId="789351891" sldId="331"/>
        </pc:sldMkLst>
      </pc:sldChg>
      <pc:sldChg chg="modSp add mod ord">
        <pc:chgData name="Shedge, Rahul  (BOM-IPS)" userId="188ae9a2-c6e8-405f-a634-5da2714aecff" providerId="ADAL" clId="{5760830A-4724-4846-A106-80CB364D7AE1}" dt="2025-06-23T05:03:04.009" v="104"/>
        <pc:sldMkLst>
          <pc:docMk/>
          <pc:sldMk cId="716259589" sldId="332"/>
        </pc:sldMkLst>
      </pc:sldChg>
      <pc:sldChg chg="modSp add mod ord">
        <pc:chgData name="Shedge, Rahul  (BOM-IPS)" userId="188ae9a2-c6e8-405f-a634-5da2714aecff" providerId="ADAL" clId="{5760830A-4724-4846-A106-80CB364D7AE1}" dt="2025-06-29T06:09:36.860" v="173"/>
        <pc:sldMkLst>
          <pc:docMk/>
          <pc:sldMk cId="3620380410" sldId="333"/>
        </pc:sldMkLst>
      </pc:sldChg>
      <pc:sldChg chg="addSp delSp modSp add mod ord">
        <pc:chgData name="Shedge, Rahul  (BOM-IPS)" userId="188ae9a2-c6e8-405f-a634-5da2714aecff" providerId="ADAL" clId="{5760830A-4724-4846-A106-80CB364D7AE1}" dt="2025-06-29T06:12:05.819" v="186" actId="14100"/>
        <pc:sldMkLst>
          <pc:docMk/>
          <pc:sldMk cId="2454416548" sldId="334"/>
        </pc:sldMkLst>
      </pc:sldChg>
    </pc:docChg>
  </pc:docChgLst>
  <pc:docChgLst>
    <pc:chgData name="Shedge, Rahul  (BOM-IPS)" userId="188ae9a2-c6e8-405f-a634-5da2714aecff" providerId="ADAL" clId="{6F9EBB92-A3EE-426A-923B-72BCB1693C67}"/>
    <pc:docChg chg="custSel addSld delSld modSld sldOrd">
      <pc:chgData name="Shedge, Rahul  (BOM-IPS)" userId="188ae9a2-c6e8-405f-a634-5da2714aecff" providerId="ADAL" clId="{6F9EBB92-A3EE-426A-923B-72BCB1693C67}" dt="2025-06-30T04:21:44.794" v="110"/>
      <pc:docMkLst>
        <pc:docMk/>
      </pc:docMkLst>
      <pc:sldChg chg="modSp mod">
        <pc:chgData name="Shedge, Rahul  (BOM-IPS)" userId="188ae9a2-c6e8-405f-a634-5da2714aecff" providerId="ADAL" clId="{6F9EBB92-A3EE-426A-923B-72BCB1693C67}" dt="2025-06-30T03:51:48.364" v="0" actId="20577"/>
        <pc:sldMkLst>
          <pc:docMk/>
          <pc:sldMk cId="1764285405" sldId="256"/>
        </pc:sldMkLst>
        <pc:spChg chg="mod">
          <ac:chgData name="Shedge, Rahul  (BOM-IPS)" userId="188ae9a2-c6e8-405f-a634-5da2714aecff" providerId="ADAL" clId="{6F9EBB92-A3EE-426A-923B-72BCB1693C67}" dt="2025-06-30T03:51:48.364" v="0" actId="20577"/>
          <ac:spMkLst>
            <pc:docMk/>
            <pc:sldMk cId="1764285405" sldId="256"/>
            <ac:spMk id="2" creationId="{5014BBCB-C6BD-4EEE-040F-51398A251948}"/>
          </ac:spMkLst>
        </pc:spChg>
      </pc:sldChg>
      <pc:sldChg chg="del">
        <pc:chgData name="Shedge, Rahul  (BOM-IPS)" userId="188ae9a2-c6e8-405f-a634-5da2714aecff" providerId="ADAL" clId="{6F9EBB92-A3EE-426A-923B-72BCB1693C67}" dt="2025-06-30T03:52:07.209" v="1" actId="47"/>
        <pc:sldMkLst>
          <pc:docMk/>
          <pc:sldMk cId="2075927095" sldId="324"/>
        </pc:sldMkLst>
      </pc:sldChg>
      <pc:sldChg chg="del">
        <pc:chgData name="Shedge, Rahul  (BOM-IPS)" userId="188ae9a2-c6e8-405f-a634-5da2714aecff" providerId="ADAL" clId="{6F9EBB92-A3EE-426A-923B-72BCB1693C67}" dt="2025-06-30T03:52:07.209" v="1" actId="47"/>
        <pc:sldMkLst>
          <pc:docMk/>
          <pc:sldMk cId="2394861208" sldId="325"/>
        </pc:sldMkLst>
      </pc:sldChg>
      <pc:sldChg chg="del">
        <pc:chgData name="Shedge, Rahul  (BOM-IPS)" userId="188ae9a2-c6e8-405f-a634-5da2714aecff" providerId="ADAL" clId="{6F9EBB92-A3EE-426A-923B-72BCB1693C67}" dt="2025-06-30T03:52:07.209" v="1" actId="47"/>
        <pc:sldMkLst>
          <pc:docMk/>
          <pc:sldMk cId="118957567" sldId="326"/>
        </pc:sldMkLst>
      </pc:sldChg>
      <pc:sldChg chg="del">
        <pc:chgData name="Shedge, Rahul  (BOM-IPS)" userId="188ae9a2-c6e8-405f-a634-5da2714aecff" providerId="ADAL" clId="{6F9EBB92-A3EE-426A-923B-72BCB1693C67}" dt="2025-06-30T03:52:07.209" v="1" actId="47"/>
        <pc:sldMkLst>
          <pc:docMk/>
          <pc:sldMk cId="1915102241" sldId="327"/>
        </pc:sldMkLst>
      </pc:sldChg>
      <pc:sldChg chg="addSp delSp modSp mod">
        <pc:chgData name="Shedge, Rahul  (BOM-IPS)" userId="188ae9a2-c6e8-405f-a634-5da2714aecff" providerId="ADAL" clId="{6F9EBB92-A3EE-426A-923B-72BCB1693C67}" dt="2025-06-30T04:21:44.794" v="110"/>
        <pc:sldMkLst>
          <pc:docMk/>
          <pc:sldMk cId="4019288391" sldId="328"/>
        </pc:sldMkLst>
      </pc:sldChg>
      <pc:sldChg chg="modSp mod">
        <pc:chgData name="Shedge, Rahul  (BOM-IPS)" userId="188ae9a2-c6e8-405f-a634-5da2714aecff" providerId="ADAL" clId="{6F9EBB92-A3EE-426A-923B-72BCB1693C67}" dt="2025-06-30T04:13:19.062" v="21" actId="20577"/>
        <pc:sldMkLst>
          <pc:docMk/>
          <pc:sldMk cId="3620380410" sldId="333"/>
        </pc:sldMkLst>
      </pc:sldChg>
      <pc:sldChg chg="addSp delSp modSp mod">
        <pc:chgData name="Shedge, Rahul  (BOM-IPS)" userId="188ae9a2-c6e8-405f-a634-5da2714aecff" providerId="ADAL" clId="{6F9EBB92-A3EE-426A-923B-72BCB1693C67}" dt="2025-06-30T04:14:07.668" v="38" actId="113"/>
        <pc:sldMkLst>
          <pc:docMk/>
          <pc:sldMk cId="2454416548" sldId="334"/>
        </pc:sldMkLst>
      </pc:sldChg>
      <pc:sldChg chg="modSp add mod ord">
        <pc:chgData name="Shedge, Rahul  (BOM-IPS)" userId="188ae9a2-c6e8-405f-a634-5da2714aecff" providerId="ADAL" clId="{6F9EBB92-A3EE-426A-923B-72BCB1693C67}" dt="2025-06-30T04:18:48.947" v="102" actId="20577"/>
        <pc:sldMkLst>
          <pc:docMk/>
          <pc:sldMk cId="1480152219" sldId="335"/>
        </pc:sldMkLst>
      </pc:sldChg>
      <pc:sldChg chg="addSp delSp modSp add mod ord">
        <pc:chgData name="Shedge, Rahul  (BOM-IPS)" userId="188ae9a2-c6e8-405f-a634-5da2714aecff" providerId="ADAL" clId="{6F9EBB92-A3EE-426A-923B-72BCB1693C67}" dt="2025-06-30T04:17:07.339" v="60"/>
        <pc:sldMkLst>
          <pc:docMk/>
          <pc:sldMk cId="93903190" sldId="336"/>
        </pc:sldMkLst>
      </pc:sldChg>
    </pc:docChg>
  </pc:docChgLst>
  <pc:docChgLst>
    <pc:chgData name="Shedge, Rahul  (BOM-IPS)" userId="188ae9a2-c6e8-405f-a634-5da2714aecff" providerId="ADAL" clId="{2249F1CC-588B-4945-B9B2-E0AFAB448D72}"/>
    <pc:docChg chg="undo custSel addSld delSld modSld sldOrd">
      <pc:chgData name="Shedge, Rahul  (BOM-IPS)" userId="188ae9a2-c6e8-405f-a634-5da2714aecff" providerId="ADAL" clId="{2249F1CC-588B-4945-B9B2-E0AFAB448D72}" dt="2025-08-11T14:54:51.021" v="113" actId="47"/>
      <pc:docMkLst>
        <pc:docMk/>
      </pc:docMkLst>
      <pc:sldChg chg="addSp delSp modSp mod">
        <pc:chgData name="Shedge, Rahul  (BOM-IPS)" userId="188ae9a2-c6e8-405f-a634-5da2714aecff" providerId="ADAL" clId="{2249F1CC-588B-4945-B9B2-E0AFAB448D72}" dt="2025-08-02T16:41:45.518" v="110"/>
        <pc:sldMkLst>
          <pc:docMk/>
          <pc:sldMk cId="4019288391" sldId="328"/>
        </pc:sldMkLst>
        <pc:graphicFrameChg chg="add mod">
          <ac:chgData name="Shedge, Rahul  (BOM-IPS)" userId="188ae9a2-c6e8-405f-a634-5da2714aecff" providerId="ADAL" clId="{2249F1CC-588B-4945-B9B2-E0AFAB448D72}" dt="2025-08-02T16:41:45.518" v="110"/>
          <ac:graphicFrameMkLst>
            <pc:docMk/>
            <pc:sldMk cId="4019288391" sldId="328"/>
            <ac:graphicFrameMk id="4" creationId="{7DA05E8D-4FD2-E3DC-2EBE-435F692C5B0F}"/>
          </ac:graphicFrameMkLst>
        </pc:graphicFrameChg>
      </pc:sldChg>
      <pc:sldChg chg="del">
        <pc:chgData name="Shedge, Rahul  (BOM-IPS)" userId="188ae9a2-c6e8-405f-a634-5da2714aecff" providerId="ADAL" clId="{2249F1CC-588B-4945-B9B2-E0AFAB448D72}" dt="2025-08-11T14:54:47.231" v="112" actId="47"/>
        <pc:sldMkLst>
          <pc:docMk/>
          <pc:sldMk cId="849025272" sldId="329"/>
        </pc:sldMkLst>
      </pc:sldChg>
      <pc:sldChg chg="del">
        <pc:chgData name="Shedge, Rahul  (BOM-IPS)" userId="188ae9a2-c6e8-405f-a634-5da2714aecff" providerId="ADAL" clId="{2249F1CC-588B-4945-B9B2-E0AFAB448D72}" dt="2025-08-11T14:54:47.231" v="112" actId="47"/>
        <pc:sldMkLst>
          <pc:docMk/>
          <pc:sldMk cId="2510123657" sldId="330"/>
        </pc:sldMkLst>
      </pc:sldChg>
      <pc:sldChg chg="del">
        <pc:chgData name="Shedge, Rahul  (BOM-IPS)" userId="188ae9a2-c6e8-405f-a634-5da2714aecff" providerId="ADAL" clId="{2249F1CC-588B-4945-B9B2-E0AFAB448D72}" dt="2025-08-11T14:54:51.021" v="113" actId="47"/>
        <pc:sldMkLst>
          <pc:docMk/>
          <pc:sldMk cId="789351891" sldId="331"/>
        </pc:sldMkLst>
      </pc:sldChg>
      <pc:sldChg chg="del">
        <pc:chgData name="Shedge, Rahul  (BOM-IPS)" userId="188ae9a2-c6e8-405f-a634-5da2714aecff" providerId="ADAL" clId="{2249F1CC-588B-4945-B9B2-E0AFAB448D72}" dt="2025-08-11T14:54:47.231" v="112" actId="47"/>
        <pc:sldMkLst>
          <pc:docMk/>
          <pc:sldMk cId="716259589" sldId="332"/>
        </pc:sldMkLst>
      </pc:sldChg>
      <pc:sldChg chg="del">
        <pc:chgData name="Shedge, Rahul  (BOM-IPS)" userId="188ae9a2-c6e8-405f-a634-5da2714aecff" providerId="ADAL" clId="{2249F1CC-588B-4945-B9B2-E0AFAB448D72}" dt="2025-08-11T14:54:51.021" v="113" actId="47"/>
        <pc:sldMkLst>
          <pc:docMk/>
          <pc:sldMk cId="3620380410" sldId="333"/>
        </pc:sldMkLst>
      </pc:sldChg>
      <pc:sldChg chg="del">
        <pc:chgData name="Shedge, Rahul  (BOM-IPS)" userId="188ae9a2-c6e8-405f-a634-5da2714aecff" providerId="ADAL" clId="{2249F1CC-588B-4945-B9B2-E0AFAB448D72}" dt="2025-08-11T14:54:42.918" v="111" actId="47"/>
        <pc:sldMkLst>
          <pc:docMk/>
          <pc:sldMk cId="2454416548" sldId="334"/>
        </pc:sldMkLst>
      </pc:sldChg>
      <pc:sldChg chg="del">
        <pc:chgData name="Shedge, Rahul  (BOM-IPS)" userId="188ae9a2-c6e8-405f-a634-5da2714aecff" providerId="ADAL" clId="{2249F1CC-588B-4945-B9B2-E0AFAB448D72}" dt="2025-08-11T14:54:51.021" v="113" actId="47"/>
        <pc:sldMkLst>
          <pc:docMk/>
          <pc:sldMk cId="1480152219" sldId="335"/>
        </pc:sldMkLst>
      </pc:sldChg>
      <pc:sldChg chg="del">
        <pc:chgData name="Shedge, Rahul  (BOM-IPS)" userId="188ae9a2-c6e8-405f-a634-5da2714aecff" providerId="ADAL" clId="{2249F1CC-588B-4945-B9B2-E0AFAB448D72}" dt="2025-08-11T14:54:51.021" v="113" actId="47"/>
        <pc:sldMkLst>
          <pc:docMk/>
          <pc:sldMk cId="93903190" sldId="336"/>
        </pc:sldMkLst>
      </pc:sldChg>
      <pc:sldChg chg="modSp add mod ord">
        <pc:chgData name="Shedge, Rahul  (BOM-IPS)" userId="188ae9a2-c6e8-405f-a634-5da2714aecff" providerId="ADAL" clId="{2249F1CC-588B-4945-B9B2-E0AFAB448D72}" dt="2025-08-02T16:39:23.405" v="101"/>
        <pc:sldMkLst>
          <pc:docMk/>
          <pc:sldMk cId="1364865786" sldId="337"/>
        </pc:sldMkLst>
        <pc:spChg chg="mod">
          <ac:chgData name="Shedge, Rahul  (BOM-IPS)" userId="188ae9a2-c6e8-405f-a634-5da2714aecff" providerId="ADAL" clId="{2249F1CC-588B-4945-B9B2-E0AFAB448D72}" dt="2025-08-02T16:22:53.108" v="4" actId="20577"/>
          <ac:spMkLst>
            <pc:docMk/>
            <pc:sldMk cId="1364865786" sldId="337"/>
            <ac:spMk id="2" creationId="{0293AC2C-3D24-D14A-60B1-E208AB9D865A}"/>
          </ac:spMkLst>
        </pc:spChg>
        <pc:graphicFrameChg chg="mod modGraphic">
          <ac:chgData name="Shedge, Rahul  (BOM-IPS)" userId="188ae9a2-c6e8-405f-a634-5da2714aecff" providerId="ADAL" clId="{2249F1CC-588B-4945-B9B2-E0AFAB448D72}" dt="2025-08-02T16:29:55.866" v="27"/>
          <ac:graphicFrameMkLst>
            <pc:docMk/>
            <pc:sldMk cId="1364865786" sldId="337"/>
            <ac:graphicFrameMk id="4" creationId="{BACC3F83-DA12-12D3-98CF-43C74AC29529}"/>
          </ac:graphicFrameMkLst>
        </pc:graphicFrameChg>
      </pc:sldChg>
      <pc:sldChg chg="modSp add mod ord">
        <pc:chgData name="Shedge, Rahul  (BOM-IPS)" userId="188ae9a2-c6e8-405f-a634-5da2714aecff" providerId="ADAL" clId="{2249F1CC-588B-4945-B9B2-E0AFAB448D72}" dt="2025-08-02T16:39:11.574" v="97"/>
        <pc:sldMkLst>
          <pc:docMk/>
          <pc:sldMk cId="3409532563" sldId="338"/>
        </pc:sldMkLst>
        <pc:spChg chg="mod">
          <ac:chgData name="Shedge, Rahul  (BOM-IPS)" userId="188ae9a2-c6e8-405f-a634-5da2714aecff" providerId="ADAL" clId="{2249F1CC-588B-4945-B9B2-E0AFAB448D72}" dt="2025-08-02T16:30:18.380" v="32" actId="20577"/>
          <ac:spMkLst>
            <pc:docMk/>
            <pc:sldMk cId="3409532563" sldId="338"/>
            <ac:spMk id="2" creationId="{DB800090-FBA7-EB2E-9063-908CE4B70DCD}"/>
          </ac:spMkLst>
        </pc:spChg>
        <pc:graphicFrameChg chg="modGraphic">
          <ac:chgData name="Shedge, Rahul  (BOM-IPS)" userId="188ae9a2-c6e8-405f-a634-5da2714aecff" providerId="ADAL" clId="{2249F1CC-588B-4945-B9B2-E0AFAB448D72}" dt="2025-08-02T16:31:52.799" v="62" actId="20577"/>
          <ac:graphicFrameMkLst>
            <pc:docMk/>
            <pc:sldMk cId="3409532563" sldId="338"/>
            <ac:graphicFrameMk id="3" creationId="{AF4AF5A2-F117-B4FC-11E9-D14BD2A39520}"/>
          </ac:graphicFrameMkLst>
        </pc:graphicFrameChg>
      </pc:sldChg>
      <pc:sldChg chg="addSp delSp modSp add mod ord">
        <pc:chgData name="Shedge, Rahul  (BOM-IPS)" userId="188ae9a2-c6e8-405f-a634-5da2714aecff" providerId="ADAL" clId="{2249F1CC-588B-4945-B9B2-E0AFAB448D72}" dt="2025-08-02T16:39:18.030" v="99"/>
        <pc:sldMkLst>
          <pc:docMk/>
          <pc:sldMk cId="3199802484" sldId="339"/>
        </pc:sldMkLst>
        <pc:spChg chg="mod">
          <ac:chgData name="Shedge, Rahul  (BOM-IPS)" userId="188ae9a2-c6e8-405f-a634-5da2714aecff" providerId="ADAL" clId="{2249F1CC-588B-4945-B9B2-E0AFAB448D72}" dt="2025-08-02T16:36:12.534" v="67" actId="20577"/>
          <ac:spMkLst>
            <pc:docMk/>
            <pc:sldMk cId="3199802484" sldId="339"/>
            <ac:spMk id="2" creationId="{82A776A2-0F7B-B07F-87A2-5E7FC362DCEC}"/>
          </ac:spMkLst>
        </pc:spChg>
        <pc:spChg chg="add">
          <ac:chgData name="Shedge, Rahul  (BOM-IPS)" userId="188ae9a2-c6e8-405f-a634-5da2714aecff" providerId="ADAL" clId="{2249F1CC-588B-4945-B9B2-E0AFAB448D72}" dt="2025-08-02T16:36:25.823" v="70" actId="26606"/>
          <ac:spMkLst>
            <pc:docMk/>
            <pc:sldMk cId="3199802484" sldId="339"/>
            <ac:spMk id="254" creationId="{BACC6370-2D7E-4714-9D71-7542949D7D5D}"/>
          </ac:spMkLst>
        </pc:spChg>
        <pc:spChg chg="add">
          <ac:chgData name="Shedge, Rahul  (BOM-IPS)" userId="188ae9a2-c6e8-405f-a634-5da2714aecff" providerId="ADAL" clId="{2249F1CC-588B-4945-B9B2-E0AFAB448D72}" dt="2025-08-02T16:36:25.823" v="70" actId="26606"/>
          <ac:spMkLst>
            <pc:docMk/>
            <pc:sldMk cId="3199802484" sldId="339"/>
            <ac:spMk id="256" creationId="{F68B3F68-107C-434F-AA38-110D5EA91B85}"/>
          </ac:spMkLst>
        </pc:spChg>
        <pc:spChg chg="add">
          <ac:chgData name="Shedge, Rahul  (BOM-IPS)" userId="188ae9a2-c6e8-405f-a634-5da2714aecff" providerId="ADAL" clId="{2249F1CC-588B-4945-B9B2-E0AFAB448D72}" dt="2025-08-02T16:36:25.823" v="70" actId="26606"/>
          <ac:spMkLst>
            <pc:docMk/>
            <pc:sldMk cId="3199802484" sldId="339"/>
            <ac:spMk id="258" creationId="{AAD0DBB9-1A4B-4391-81D4-CB19F9AB918A}"/>
          </ac:spMkLst>
        </pc:spChg>
        <pc:spChg chg="add">
          <ac:chgData name="Shedge, Rahul  (BOM-IPS)" userId="188ae9a2-c6e8-405f-a634-5da2714aecff" providerId="ADAL" clId="{2249F1CC-588B-4945-B9B2-E0AFAB448D72}" dt="2025-08-02T16:36:25.823" v="70" actId="26606"/>
          <ac:spMkLst>
            <pc:docMk/>
            <pc:sldMk cId="3199802484" sldId="339"/>
            <ac:spMk id="260" creationId="{063BBA22-50EA-4C4D-BE05-F1CE4E63AA56}"/>
          </ac:spMkLst>
        </pc:spChg>
        <pc:graphicFrameChg chg="add mod modGraphic">
          <ac:chgData name="Shedge, Rahul  (BOM-IPS)" userId="188ae9a2-c6e8-405f-a634-5da2714aecff" providerId="ADAL" clId="{2249F1CC-588B-4945-B9B2-E0AFAB448D72}" dt="2025-08-02T16:36:48.004" v="83" actId="113"/>
          <ac:graphicFrameMkLst>
            <pc:docMk/>
            <pc:sldMk cId="3199802484" sldId="339"/>
            <ac:graphicFrameMk id="6" creationId="{7F67ACC5-C337-E027-BD91-E7475533EF5E}"/>
          </ac:graphicFrameMkLst>
        </pc:graphicFrameChg>
      </pc:sldChg>
      <pc:sldChg chg="addSp delSp modSp add mod">
        <pc:chgData name="Shedge, Rahul  (BOM-IPS)" userId="188ae9a2-c6e8-405f-a634-5da2714aecff" providerId="ADAL" clId="{2249F1CC-588B-4945-B9B2-E0AFAB448D72}" dt="2025-08-02T16:39:03.573" v="95"/>
        <pc:sldMkLst>
          <pc:docMk/>
          <pc:sldMk cId="1890400995" sldId="340"/>
        </pc:sldMkLst>
        <pc:spChg chg="mod">
          <ac:chgData name="Shedge, Rahul  (BOM-IPS)" userId="188ae9a2-c6e8-405f-a634-5da2714aecff" providerId="ADAL" clId="{2249F1CC-588B-4945-B9B2-E0AFAB448D72}" dt="2025-08-02T16:37:02.576" v="88" actId="20577"/>
          <ac:spMkLst>
            <pc:docMk/>
            <pc:sldMk cId="1890400995" sldId="340"/>
            <ac:spMk id="2" creationId="{C8C5E0F2-431A-2335-4894-D25149F47A67}"/>
          </ac:spMkLst>
        </pc:spChg>
        <pc:graphicFrameChg chg="add mod">
          <ac:chgData name="Shedge, Rahul  (BOM-IPS)" userId="188ae9a2-c6e8-405f-a634-5da2714aecff" providerId="ADAL" clId="{2249F1CC-588B-4945-B9B2-E0AFAB448D72}" dt="2025-08-02T16:39:03.573" v="95"/>
          <ac:graphicFrameMkLst>
            <pc:docMk/>
            <pc:sldMk cId="1890400995" sldId="340"/>
            <ac:graphicFrameMk id="4" creationId="{218CFEBC-6714-AB69-B3B5-61B63F0FB8D5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.shedge\Downloads\Copy%20of%20Copy%20of%20Jan%202025%20Japan%20QA%20Audit%20repor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.shedge\Downloads\Apr%202026%20Japan%20QA%20Audit...%20(1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.shedge\Downloads\Copy%20of%20May%202026%20Japan%20QA%20Audit...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.shedge\Downloads\Copy%20of%20Copy%20of%20June%202026%20Japan%20QA%20Audit...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hul.shedge\Downloads\Copy%20of%20Copy%20of%20June%202026%20Japan%20QA%20Audit...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Total Error Count 2</a:t>
            </a:r>
          </a:p>
        </c:rich>
      </c:tx>
      <c:layout>
        <c:manualLayout>
          <c:xMode val="edge"/>
          <c:yMode val="edge"/>
          <c:x val="0.75106941018131479"/>
          <c:y val="4.61907505855632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Comments!$B$15:$B$16</c:f>
              <c:strCache>
                <c:ptCount val="2"/>
                <c:pt idx="0">
                  <c:v>Design layout Related</c:v>
                </c:pt>
                <c:pt idx="1">
                  <c:v>Content Related</c:v>
                </c:pt>
              </c:strCache>
            </c:strRef>
          </c:cat>
          <c:val>
            <c:numRef>
              <c:f>Comments!$C$15:$C$16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40-4865-9595-5DE3F847FA6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721604287"/>
        <c:axId val="721607167"/>
      </c:barChart>
      <c:catAx>
        <c:axId val="7216042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1607167"/>
        <c:crosses val="autoZero"/>
        <c:auto val="1"/>
        <c:lblAlgn val="ctr"/>
        <c:lblOffset val="100"/>
        <c:noMultiLvlLbl val="0"/>
      </c:catAx>
      <c:valAx>
        <c:axId val="7216071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16042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Total Error Count 1</a:t>
            </a:r>
          </a:p>
        </c:rich>
      </c:tx>
      <c:layout>
        <c:manualLayout>
          <c:xMode val="edge"/>
          <c:yMode val="edge"/>
          <c:x val="0.79891944428046924"/>
          <c:y val="4.54016081949631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Comments!$B$14</c:f>
              <c:strCache>
                <c:ptCount val="1"/>
                <c:pt idx="0">
                  <c:v>Redirect Links Related</c:v>
                </c:pt>
              </c:strCache>
            </c:strRef>
          </c:cat>
          <c:val>
            <c:numRef>
              <c:f>Comments!$C$14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6B-40D1-85BD-6D2B8A7950B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006231983"/>
        <c:axId val="2006230543"/>
      </c:barChart>
      <c:catAx>
        <c:axId val="2006231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6230543"/>
        <c:crosses val="autoZero"/>
        <c:auto val="1"/>
        <c:lblAlgn val="ctr"/>
        <c:lblOffset val="100"/>
        <c:noMultiLvlLbl val="0"/>
      </c:catAx>
      <c:valAx>
        <c:axId val="2006230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62319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Total Error Count 2</a:t>
            </a:r>
          </a:p>
        </c:rich>
      </c:tx>
      <c:layout>
        <c:manualLayout>
          <c:xMode val="edge"/>
          <c:yMode val="edge"/>
          <c:x val="0.75905559047371973"/>
          <c:y val="4.584899066981328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Comments!$B$16:$B$17</c:f>
              <c:strCache>
                <c:ptCount val="2"/>
                <c:pt idx="0">
                  <c:v>Navigation Related</c:v>
                </c:pt>
                <c:pt idx="1">
                  <c:v>Content Related</c:v>
                </c:pt>
              </c:strCache>
            </c:strRef>
          </c:cat>
          <c:val>
            <c:numRef>
              <c:f>Comments!$C$16:$C$17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43-4954-8E4B-91CE9551552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124265199"/>
        <c:axId val="2124274799"/>
      </c:barChart>
      <c:catAx>
        <c:axId val="21242651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4274799"/>
        <c:crosses val="autoZero"/>
        <c:auto val="1"/>
        <c:lblAlgn val="ctr"/>
        <c:lblOffset val="100"/>
        <c:noMultiLvlLbl val="0"/>
      </c:catAx>
      <c:valAx>
        <c:axId val="21242747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4265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Total</a:t>
            </a:r>
            <a:r>
              <a:rPr lang="en-US" baseline="0" dirty="0"/>
              <a:t> Error Count 2</a:t>
            </a:r>
            <a:endParaRPr lang="en-IN" dirty="0"/>
          </a:p>
        </c:rich>
      </c:tx>
      <c:layout>
        <c:manualLayout>
          <c:xMode val="edge"/>
          <c:yMode val="edge"/>
          <c:x val="0.80879684967217458"/>
          <c:y val="4.335057258170153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Comments!$B$15</c:f>
              <c:strCache>
                <c:ptCount val="1"/>
                <c:pt idx="0">
                  <c:v>Content Related</c:v>
                </c:pt>
              </c:strCache>
            </c:strRef>
          </c:cat>
          <c:val>
            <c:numRef>
              <c:f>Comments!$C$15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BD-433C-A870-BFAABE2FCCF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520958463"/>
        <c:axId val="1520958943"/>
      </c:barChart>
      <c:catAx>
        <c:axId val="15209584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0958943"/>
        <c:crosses val="autoZero"/>
        <c:auto val="1"/>
        <c:lblAlgn val="ctr"/>
        <c:lblOffset val="100"/>
        <c:noMultiLvlLbl val="0"/>
      </c:catAx>
      <c:valAx>
        <c:axId val="1520958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09584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Comments!$B$18:$B$23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Comments!$C$18:$C$23</c:f>
              <c:numCache>
                <c:formatCode>0.00%</c:formatCode>
                <c:ptCount val="6"/>
                <c:pt idx="0">
                  <c:v>0.97499999999999998</c:v>
                </c:pt>
                <c:pt idx="1">
                  <c:v>1</c:v>
                </c:pt>
                <c:pt idx="2">
                  <c:v>1</c:v>
                </c:pt>
                <c:pt idx="3">
                  <c:v>0.99070000000000003</c:v>
                </c:pt>
                <c:pt idx="4">
                  <c:v>0.97009999999999996</c:v>
                </c:pt>
                <c:pt idx="5">
                  <c:v>0.97370000000000001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C7-46A3-96BD-AD211CC07ED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126155631"/>
        <c:axId val="2126148431"/>
      </c:barChart>
      <c:catAx>
        <c:axId val="21261556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6148431"/>
        <c:crosses val="autoZero"/>
        <c:auto val="1"/>
        <c:lblAlgn val="ctr"/>
        <c:lblOffset val="100"/>
        <c:noMultiLvlLbl val="0"/>
      </c:catAx>
      <c:valAx>
        <c:axId val="2126148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61556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82B098-67E7-42BE-BE89-0B397FF4CB88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B70524-231F-471F-9A62-A92EAECCA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012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72E1E-8EA7-01E5-ADA0-330AB6C40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8C1EBD-5AC4-9672-6B50-15DD283D5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FE941-7F6E-276C-C369-A2A950D22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616DB-8F46-B947-AC45-23CAEE637F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B70524-231F-471F-9A62-A92EAECCA1E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5548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11540-C87C-BD18-600F-9145DDB09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0FFB5A-9C80-C432-E05E-247A1BB88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81BCF6-AEC9-846C-6D96-BAA6D20B51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725BE-51A1-F37B-7FAE-31F4F50881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B70524-231F-471F-9A62-A92EAECCA1E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7803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063EE-9B6B-51A5-5BFA-9B4B90F2C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48859E-FE4B-5763-A974-411C061BA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0CE81-6C18-6E09-6DAC-945690086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1EEE3-428C-7BEA-3BCE-997C41080B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B70524-231F-471F-9A62-A92EAECCA1E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206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5ED69-67D1-A24B-E8EA-2EF718A9C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8FD4B4-6349-C524-FD26-E6C6AF4D6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08A28-F134-0C9C-7B9D-59DC3D725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8AF67-AFDF-CF89-7156-DFF93EB411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B70524-231F-471F-9A62-A92EAECCA1E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5725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8B25F-8DDF-0637-8D0B-32815720B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52D9FA-C729-F9CD-522D-198214FB0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561C4-7D76-81C7-5C02-15773EF8D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F76A3-DE73-53C0-348B-A7D614B715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B70524-231F-471F-9A62-A92EAECCA1E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0536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0F017-ABC5-2CD0-96FE-A14AEEFED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0DC8C8-839E-0CDF-8F32-64ACE88EE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980486-E53C-0331-E224-C4F2AF70B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E2C4E-9DA2-69A4-4B59-B17332D30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B70524-231F-471F-9A62-A92EAECCA1E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4290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0B782-9161-FEEF-06C1-4CFF857EE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0447E2-6EF8-EBBC-2111-4581C8EDC9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78742-9F32-7A4C-08BB-9F88B543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3ED6-8303-4368-B795-FE362C64340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8ACDD-C7AE-E182-7787-F3D389915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10C56-E347-D90F-A342-4BC99C5F8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AB88-2975-4CF2-9A46-B7424B2D6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696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907CD-98E5-81E2-ED5A-1F27AD487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C0BD5-2FBF-E143-36E1-EF8EC82B5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A2ED3-0C29-E428-705E-13AE168E7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3ED6-8303-4368-B795-FE362C64340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B0702-2307-6E31-6D0E-5C8B425E0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0CF23-A7DC-1225-FA8E-384325D0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AB88-2975-4CF2-9A46-B7424B2D6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425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DECD9-606C-111C-E140-F8565321F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985EE-5587-BE2D-99D8-E20198292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7F203-F994-740E-72C7-2AB61414D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3ED6-8303-4368-B795-FE362C64340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156DD-866B-76CE-97FF-6B0691701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0ECB7-2743-788A-C6CE-608FAA990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AB88-2975-4CF2-9A46-B7424B2D6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015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C3E9F-ED15-239D-FEF2-BA2B3AEAC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CB823-B114-4184-BC2C-7B1A3B8549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2AA58-B902-52CC-2137-E0A722C4D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4A3151-FBC5-41CE-BE47-8BC9EEF02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3ED6-8303-4368-B795-FE362C64340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B40ED0-0F5C-EA34-6A52-12DF911A1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07E5F3-1730-36E2-2ABE-4BCF13F61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AB88-2975-4CF2-9A46-B7424B2D6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969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0204B-F795-BBE8-0DC7-A72F729D7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4AB4B-5D80-94A4-57A9-D87B3A639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DEBC31-440B-CFE2-30C9-632552DC3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B87885-8AF0-DC4C-4231-A5E434819C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5960F2-A508-9736-714A-3994151866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B32C2F-DFA0-3B26-F326-A2345852E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3ED6-8303-4368-B795-FE362C64340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BCA4AE-72DB-1E4C-943C-E75C1D7BD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239AFB-E135-3C96-A05F-52C481A6D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AB88-2975-4CF2-9A46-B7424B2D6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351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420AD-D7FD-9F23-4682-68022160D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31369-2BA4-519C-4CEF-132C4B85F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3ED6-8303-4368-B795-FE362C64340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634DD6-B55C-BC89-687A-5D1B4F93C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5FEB91-EC53-E41F-758A-5DB0716BA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AB88-2975-4CF2-9A46-B7424B2D6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13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495634-5DC9-4FAB-B5F8-7FC460D96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3ED6-8303-4368-B795-FE362C64340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3A7ED4-5D44-FEF2-3F1F-1E18FE0F6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E5702-69CE-7C44-8C90-1D365257A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AB88-2975-4CF2-9A46-B7424B2D6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378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E3A9E-0EB8-20D7-19BF-89C9AAF8E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0B48E-957F-B946-7A1D-317F7F2D0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1E7A44-3C31-4B18-764E-4A1C6C312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FAD20E-21EE-3CE8-F1B4-6C9C1FA70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3ED6-8303-4368-B795-FE362C64340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570D1-283A-53D8-6D32-309276FC9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C55B6-DC55-7D40-AE13-08578DBAC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AB88-2975-4CF2-9A46-B7424B2D6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400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C5A82-40C4-5B47-BC6B-870EEE750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7E62DC-A0B9-D1FB-8877-3F162B37D1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D9F895-8FCA-6697-9B33-07F8930E8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CD219A-BF50-340A-BE48-F53B6DD12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3ED6-8303-4368-B795-FE362C64340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6823D-49FD-A8AC-CDCC-379E8F053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10C39-617E-7EB9-4BDF-AA275EEC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AB88-2975-4CF2-9A46-B7424B2D6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985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DC23B-D682-8F86-4A8E-078629575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C14B9E-91F2-F4E0-0233-A5936A5CD0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CBC94-67E3-952F-B297-0F1F39594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3ED6-8303-4368-B795-FE362C64340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07A93-4562-DEAE-AC5E-75A3E6D09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38EC3-A855-FF0B-2A00-A77AC4AD8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AB88-2975-4CF2-9A46-B7424B2D6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659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51AD27-F29D-84A7-06C6-B6D155F972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F56500-A116-7A03-8126-0B7266BADB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4BA02-8BE7-F8C0-E96B-15DC200CC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3ED6-8303-4368-B795-FE362C64340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7D494-EBE5-0A83-3EF9-E9388AF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12856-9B1B-3109-3505-F77937E34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AAB88-2975-4CF2-9A46-B7424B2D6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471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FB5158-6069-BF60-DF2B-35B89A988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30BD9-E484-44B4-3DC8-59CD1BC9B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807BE-9FC0-85A1-C2BB-1034ECB1B1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B63ED6-8303-4368-B795-FE362C643409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770E8-7171-B7FC-47DA-6F387A345B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0E5F1-0F89-D913-0994-2D0486650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4AAB88-2975-4CF2-9A46-B7424B2D6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933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ED8E54F9-849C-4865-8C5E-FD967B81D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391AE6B3-1D2D-4C67-A4DB-888635B52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054983"/>
          </a:xfrm>
          <a:custGeom>
            <a:avLst/>
            <a:gdLst>
              <a:gd name="connsiteX0" fmla="*/ 6788003 w 12188952"/>
              <a:gd name="connsiteY0" fmla="*/ 5986774 h 6054983"/>
              <a:gd name="connsiteX1" fmla="*/ 6787005 w 12188952"/>
              <a:gd name="connsiteY1" fmla="*/ 5986852 h 6054983"/>
              <a:gd name="connsiteX2" fmla="*/ 6786779 w 12188952"/>
              <a:gd name="connsiteY2" fmla="*/ 5987386 h 6054983"/>
              <a:gd name="connsiteX3" fmla="*/ 0 w 12188952"/>
              <a:gd name="connsiteY3" fmla="*/ 0 h 6054983"/>
              <a:gd name="connsiteX4" fmla="*/ 12188952 w 12188952"/>
              <a:gd name="connsiteY4" fmla="*/ 0 h 6054983"/>
              <a:gd name="connsiteX5" fmla="*/ 12188952 w 12188952"/>
              <a:gd name="connsiteY5" fmla="*/ 5092539 h 6054983"/>
              <a:gd name="connsiteX6" fmla="*/ 12058081 w 12188952"/>
              <a:gd name="connsiteY6" fmla="*/ 5131579 h 6054983"/>
              <a:gd name="connsiteX7" fmla="*/ 11673881 w 12188952"/>
              <a:gd name="connsiteY7" fmla="*/ 5235154 h 6054983"/>
              <a:gd name="connsiteX8" fmla="*/ 10422749 w 12188952"/>
              <a:gd name="connsiteY8" fmla="*/ 5518693 h 6054983"/>
              <a:gd name="connsiteX9" fmla="*/ 9421666 w 12188952"/>
              <a:gd name="connsiteY9" fmla="*/ 5693855 h 6054983"/>
              <a:gd name="connsiteX10" fmla="*/ 8456304 w 12188952"/>
              <a:gd name="connsiteY10" fmla="*/ 5827556 h 6054983"/>
              <a:gd name="connsiteX11" fmla="*/ 7714041 w 12188952"/>
              <a:gd name="connsiteY11" fmla="*/ 5907503 h 6054983"/>
              <a:gd name="connsiteX12" fmla="*/ 6949978 w 12188952"/>
              <a:gd name="connsiteY12" fmla="*/ 5973283 h 6054983"/>
              <a:gd name="connsiteX13" fmla="*/ 6934569 w 12188952"/>
              <a:gd name="connsiteY13" fmla="*/ 5975354 h 6054983"/>
              <a:gd name="connsiteX14" fmla="*/ 6788750 w 12188952"/>
              <a:gd name="connsiteY14" fmla="*/ 5986715 h 6054983"/>
              <a:gd name="connsiteX15" fmla="*/ 6798241 w 12188952"/>
              <a:gd name="connsiteY15" fmla="*/ 5988535 h 6054983"/>
              <a:gd name="connsiteX16" fmla="*/ 6833723 w 12188952"/>
              <a:gd name="connsiteY16" fmla="*/ 5986828 h 6054983"/>
              <a:gd name="connsiteX17" fmla="*/ 6882282 w 12188952"/>
              <a:gd name="connsiteY17" fmla="*/ 5983850 h 6054983"/>
              <a:gd name="connsiteX18" fmla="*/ 7576876 w 12188952"/>
              <a:gd name="connsiteY18" fmla="*/ 5951323 h 6054983"/>
              <a:gd name="connsiteX19" fmla="*/ 8621689 w 12188952"/>
              <a:gd name="connsiteY19" fmla="*/ 5864426 h 6054983"/>
              <a:gd name="connsiteX20" fmla="*/ 9477600 w 12188952"/>
              <a:gd name="connsiteY20" fmla="*/ 5760520 h 6054983"/>
              <a:gd name="connsiteX21" fmla="*/ 10626651 w 12188952"/>
              <a:gd name="connsiteY21" fmla="*/ 5566363 h 6054983"/>
              <a:gd name="connsiteX22" fmla="*/ 11995498 w 12188952"/>
              <a:gd name="connsiteY22" fmla="*/ 5240369 h 6054983"/>
              <a:gd name="connsiteX23" fmla="*/ 12188952 w 12188952"/>
              <a:gd name="connsiteY23" fmla="*/ 5183370 h 6054983"/>
              <a:gd name="connsiteX24" fmla="*/ 12188952 w 12188952"/>
              <a:gd name="connsiteY24" fmla="*/ 5238107 h 6054983"/>
              <a:gd name="connsiteX25" fmla="*/ 11826300 w 12188952"/>
              <a:gd name="connsiteY25" fmla="*/ 5343406 h 6054983"/>
              <a:gd name="connsiteX26" fmla="*/ 10936448 w 12188952"/>
              <a:gd name="connsiteY26" fmla="*/ 5557921 h 6054983"/>
              <a:gd name="connsiteX27" fmla="*/ 9983034 w 12188952"/>
              <a:gd name="connsiteY27" fmla="*/ 5737926 h 6054983"/>
              <a:gd name="connsiteX28" fmla="*/ 9184585 w 12188952"/>
              <a:gd name="connsiteY28" fmla="*/ 5853873 h 6054983"/>
              <a:gd name="connsiteX29" fmla="*/ 8576053 w 12188952"/>
              <a:gd name="connsiteY29" fmla="*/ 5923392 h 6054983"/>
              <a:gd name="connsiteX30" fmla="*/ 7862392 w 12188952"/>
              <a:gd name="connsiteY30" fmla="*/ 5984843 h 6054983"/>
              <a:gd name="connsiteX31" fmla="*/ 6933768 w 12188952"/>
              <a:gd name="connsiteY31" fmla="*/ 6036237 h 6054983"/>
              <a:gd name="connsiteX32" fmla="*/ 6476130 w 12188952"/>
              <a:gd name="connsiteY32" fmla="*/ 6050140 h 6054983"/>
              <a:gd name="connsiteX33" fmla="*/ 6360703 w 12188952"/>
              <a:gd name="connsiteY33" fmla="*/ 6054983 h 6054983"/>
              <a:gd name="connsiteX34" fmla="*/ 6055614 w 12188952"/>
              <a:gd name="connsiteY34" fmla="*/ 6054983 h 6054983"/>
              <a:gd name="connsiteX35" fmla="*/ 5976289 w 12188952"/>
              <a:gd name="connsiteY35" fmla="*/ 6050389 h 6054983"/>
              <a:gd name="connsiteX36" fmla="*/ 5263770 w 12188952"/>
              <a:gd name="connsiteY36" fmla="*/ 6014140 h 6054983"/>
              <a:gd name="connsiteX37" fmla="*/ 4345190 w 12188952"/>
              <a:gd name="connsiteY37" fmla="*/ 5952070 h 6054983"/>
              <a:gd name="connsiteX38" fmla="*/ 3372201 w 12188952"/>
              <a:gd name="connsiteY38" fmla="*/ 5853501 h 6054983"/>
              <a:gd name="connsiteX39" fmla="*/ 2361582 w 12188952"/>
              <a:gd name="connsiteY39" fmla="*/ 5734574 h 6054983"/>
              <a:gd name="connsiteX40" fmla="*/ 1232869 w 12188952"/>
              <a:gd name="connsiteY40" fmla="*/ 5561398 h 6054983"/>
              <a:gd name="connsiteX41" fmla="*/ 68483 w 12188952"/>
              <a:gd name="connsiteY41" fmla="*/ 5321691 h 6054983"/>
              <a:gd name="connsiteX42" fmla="*/ 0 w 12188952"/>
              <a:gd name="connsiteY42" fmla="*/ 5304336 h 6054983"/>
              <a:gd name="connsiteX43" fmla="*/ 0 w 12188952"/>
              <a:gd name="connsiteY43" fmla="*/ 5247847 h 6054983"/>
              <a:gd name="connsiteX44" fmla="*/ 72423 w 12188952"/>
              <a:gd name="connsiteY44" fmla="*/ 5266624 h 6054983"/>
              <a:gd name="connsiteX45" fmla="*/ 600566 w 12188952"/>
              <a:gd name="connsiteY45" fmla="*/ 5384994 h 6054983"/>
              <a:gd name="connsiteX46" fmla="*/ 1769069 w 12188952"/>
              <a:gd name="connsiteY46" fmla="*/ 5595162 h 6054983"/>
              <a:gd name="connsiteX47" fmla="*/ 2612900 w 12188952"/>
              <a:gd name="connsiteY47" fmla="*/ 5712104 h 6054983"/>
              <a:gd name="connsiteX48" fmla="*/ 2580488 w 12188952"/>
              <a:gd name="connsiteY48" fmla="*/ 5702173 h 6054983"/>
              <a:gd name="connsiteX49" fmla="*/ 1112357 w 12188952"/>
              <a:gd name="connsiteY49" fmla="*/ 5369476 h 6054983"/>
              <a:gd name="connsiteX50" fmla="*/ 420307 w 12188952"/>
              <a:gd name="connsiteY50" fmla="*/ 5170043 h 6054983"/>
              <a:gd name="connsiteX51" fmla="*/ 0 w 12188952"/>
              <a:gd name="connsiteY51" fmla="*/ 5031126 h 60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88952" h="6054983">
                <a:moveTo>
                  <a:pt x="6788003" y="5986774"/>
                </a:moveTo>
                <a:lnTo>
                  <a:pt x="6787005" y="5986852"/>
                </a:lnTo>
                <a:lnTo>
                  <a:pt x="6786779" y="5987386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5092539"/>
                </a:lnTo>
                <a:lnTo>
                  <a:pt x="12058081" y="5131579"/>
                </a:lnTo>
                <a:cubicBezTo>
                  <a:pt x="11930517" y="5167793"/>
                  <a:pt x="11802439" y="5202322"/>
                  <a:pt x="11673881" y="5235154"/>
                </a:cubicBezTo>
                <a:cubicBezTo>
                  <a:pt x="11259973" y="5342661"/>
                  <a:pt x="10842632" y="5436263"/>
                  <a:pt x="10422749" y="5518693"/>
                </a:cubicBezTo>
                <a:cubicBezTo>
                  <a:pt x="10090287" y="5583904"/>
                  <a:pt x="9756593" y="5642301"/>
                  <a:pt x="9421666" y="5693855"/>
                </a:cubicBezTo>
                <a:cubicBezTo>
                  <a:pt x="9100721" y="5743512"/>
                  <a:pt x="8778938" y="5788079"/>
                  <a:pt x="8456304" y="5827556"/>
                </a:cubicBezTo>
                <a:cubicBezTo>
                  <a:pt x="8209307" y="5857722"/>
                  <a:pt x="7961801" y="5883295"/>
                  <a:pt x="7714041" y="5907503"/>
                </a:cubicBezTo>
                <a:lnTo>
                  <a:pt x="6949978" y="5973283"/>
                </a:lnTo>
                <a:lnTo>
                  <a:pt x="6934569" y="5975354"/>
                </a:lnTo>
                <a:lnTo>
                  <a:pt x="6788750" y="5986715"/>
                </a:lnTo>
                <a:lnTo>
                  <a:pt x="6798241" y="5988535"/>
                </a:lnTo>
                <a:cubicBezTo>
                  <a:pt x="6809920" y="5989001"/>
                  <a:pt x="6822028" y="5986828"/>
                  <a:pt x="6833723" y="5986828"/>
                </a:cubicBezTo>
                <a:cubicBezTo>
                  <a:pt x="6849867" y="5986828"/>
                  <a:pt x="6866012" y="5984221"/>
                  <a:pt x="6882282" y="5983850"/>
                </a:cubicBezTo>
                <a:cubicBezTo>
                  <a:pt x="7114026" y="5978388"/>
                  <a:pt x="7345514" y="5966221"/>
                  <a:pt x="7576876" y="5951323"/>
                </a:cubicBezTo>
                <a:cubicBezTo>
                  <a:pt x="7925570" y="5928855"/>
                  <a:pt x="8274011" y="5900676"/>
                  <a:pt x="8621689" y="5864426"/>
                </a:cubicBezTo>
                <a:cubicBezTo>
                  <a:pt x="8907712" y="5835128"/>
                  <a:pt x="9193011" y="5800493"/>
                  <a:pt x="9477600" y="5760520"/>
                </a:cubicBezTo>
                <a:cubicBezTo>
                  <a:pt x="9862435" y="5706146"/>
                  <a:pt x="10245452" y="5641432"/>
                  <a:pt x="10626651" y="5566363"/>
                </a:cubicBezTo>
                <a:cubicBezTo>
                  <a:pt x="11087341" y="5475243"/>
                  <a:pt x="11544088" y="5367737"/>
                  <a:pt x="11995498" y="5240369"/>
                </a:cubicBezTo>
                <a:lnTo>
                  <a:pt x="12188952" y="5183370"/>
                </a:lnTo>
                <a:lnTo>
                  <a:pt x="12188952" y="5238107"/>
                </a:lnTo>
                <a:lnTo>
                  <a:pt x="11826300" y="5343406"/>
                </a:lnTo>
                <a:cubicBezTo>
                  <a:pt x="11531885" y="5423103"/>
                  <a:pt x="11235310" y="5493989"/>
                  <a:pt x="10936448" y="5557921"/>
                </a:cubicBezTo>
                <a:cubicBezTo>
                  <a:pt x="10620168" y="5625703"/>
                  <a:pt x="10302365" y="5685700"/>
                  <a:pt x="9983034" y="5737926"/>
                </a:cubicBezTo>
                <a:cubicBezTo>
                  <a:pt x="9717606" y="5781375"/>
                  <a:pt x="9451451" y="5820020"/>
                  <a:pt x="9184585" y="5853873"/>
                </a:cubicBezTo>
                <a:cubicBezTo>
                  <a:pt x="8981951" y="5879447"/>
                  <a:pt x="8779319" y="5903530"/>
                  <a:pt x="8576053" y="5923392"/>
                </a:cubicBezTo>
                <a:cubicBezTo>
                  <a:pt x="8338462" y="5946112"/>
                  <a:pt x="8100618" y="5967587"/>
                  <a:pt x="7862392" y="5984843"/>
                </a:cubicBezTo>
                <a:cubicBezTo>
                  <a:pt x="7553105" y="6007187"/>
                  <a:pt x="7243690" y="6025065"/>
                  <a:pt x="6933768" y="6036237"/>
                </a:cubicBezTo>
                <a:cubicBezTo>
                  <a:pt x="6781221" y="6041700"/>
                  <a:pt x="6628676" y="6045548"/>
                  <a:pt x="6476130" y="6050140"/>
                </a:cubicBezTo>
                <a:cubicBezTo>
                  <a:pt x="6437585" y="6048056"/>
                  <a:pt x="6398929" y="6049681"/>
                  <a:pt x="6360703" y="6054983"/>
                </a:cubicBezTo>
                <a:lnTo>
                  <a:pt x="6055614" y="6054983"/>
                </a:lnTo>
                <a:lnTo>
                  <a:pt x="5976289" y="6050389"/>
                </a:lnTo>
                <a:cubicBezTo>
                  <a:pt x="5738826" y="6037976"/>
                  <a:pt x="5501363" y="6024197"/>
                  <a:pt x="5263770" y="6014140"/>
                </a:cubicBezTo>
                <a:cubicBezTo>
                  <a:pt x="4957027" y="6001724"/>
                  <a:pt x="4650663" y="5981244"/>
                  <a:pt x="4345190" y="5952070"/>
                </a:cubicBezTo>
                <a:cubicBezTo>
                  <a:pt x="4020648" y="5921158"/>
                  <a:pt x="3696870" y="5886523"/>
                  <a:pt x="3372201" y="5853501"/>
                </a:cubicBezTo>
                <a:cubicBezTo>
                  <a:pt x="3034653" y="5819239"/>
                  <a:pt x="2697781" y="5779600"/>
                  <a:pt x="2361582" y="5734574"/>
                </a:cubicBezTo>
                <a:cubicBezTo>
                  <a:pt x="1984196" y="5684421"/>
                  <a:pt x="1607962" y="5626695"/>
                  <a:pt x="1232869" y="5561398"/>
                </a:cubicBezTo>
                <a:cubicBezTo>
                  <a:pt x="841970" y="5492685"/>
                  <a:pt x="453644" y="5414197"/>
                  <a:pt x="68483" y="5321691"/>
                </a:cubicBezTo>
                <a:lnTo>
                  <a:pt x="0" y="5304336"/>
                </a:lnTo>
                <a:lnTo>
                  <a:pt x="0" y="5247847"/>
                </a:lnTo>
                <a:lnTo>
                  <a:pt x="72423" y="5266624"/>
                </a:lnTo>
                <a:cubicBezTo>
                  <a:pt x="247899" y="5308802"/>
                  <a:pt x="424058" y="5348062"/>
                  <a:pt x="600566" y="5384994"/>
                </a:cubicBezTo>
                <a:cubicBezTo>
                  <a:pt x="988032" y="5465808"/>
                  <a:pt x="1377788" y="5534706"/>
                  <a:pt x="1769069" y="5595162"/>
                </a:cubicBezTo>
                <a:cubicBezTo>
                  <a:pt x="2051913" y="5638738"/>
                  <a:pt x="2335141" y="5678835"/>
                  <a:pt x="2612900" y="5712104"/>
                </a:cubicBezTo>
                <a:cubicBezTo>
                  <a:pt x="2604892" y="5714711"/>
                  <a:pt x="2593962" y="5704655"/>
                  <a:pt x="2580488" y="5702173"/>
                </a:cubicBezTo>
                <a:cubicBezTo>
                  <a:pt x="2086656" y="5610221"/>
                  <a:pt x="1597284" y="5499328"/>
                  <a:pt x="1112357" y="5369476"/>
                </a:cubicBezTo>
                <a:cubicBezTo>
                  <a:pt x="880233" y="5307405"/>
                  <a:pt x="649550" y="5240927"/>
                  <a:pt x="420307" y="5170043"/>
                </a:cubicBezTo>
                <a:lnTo>
                  <a:pt x="0" y="50311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4BBCB-C6BD-4EEE-040F-51398A2519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488" y="929452"/>
            <a:ext cx="11594592" cy="2526738"/>
          </a:xfrm>
        </p:spPr>
        <p:txBody>
          <a:bodyPr>
            <a:normAutofit/>
          </a:bodyPr>
          <a:lstStyle/>
          <a:p>
            <a:r>
              <a:rPr lang="en-IN" sz="6600" dirty="0">
                <a:solidFill>
                  <a:srgbClr val="FFFFFF"/>
                </a:solidFill>
              </a:rPr>
              <a:t>Quality Report Japan Jan - June 2026</a:t>
            </a:r>
          </a:p>
        </p:txBody>
      </p:sp>
      <p:sp>
        <p:nvSpPr>
          <p:cNvPr id="91" name="sketch line">
            <a:extLst>
              <a:ext uri="{FF2B5EF4-FFF2-40B4-BE49-F238E27FC236}">
                <a16:creationId xmlns:a16="http://schemas.microsoft.com/office/drawing/2014/main" id="{6D080EC2-42B5-4E04-BBF7-F0BC5CB7C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3566566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85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6701A9-F0E5-3B49-0706-39274AA52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2F183F-085E-9D97-2FDA-A97BF5D54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93AC2C-3D24-D14A-60B1-E208AB9D8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pPr algn="ctr"/>
            <a:r>
              <a:rPr lang="en-IN" sz="3600" i="1" dirty="0">
                <a:solidFill>
                  <a:srgbClr val="FFFFFF"/>
                </a:solidFill>
              </a:rPr>
              <a:t>Quality Score for month of Japan Jan 2026</a:t>
            </a:r>
          </a:p>
        </p:txBody>
      </p:sp>
      <p:sp>
        <p:nvSpPr>
          <p:cNvPr id="11" name="Graphic 11">
            <a:extLst>
              <a:ext uri="{FF2B5EF4-FFF2-40B4-BE49-F238E27FC236}">
                <a16:creationId xmlns:a16="http://schemas.microsoft.com/office/drawing/2014/main" id="{6D17133B-038F-40C2-017C-68C837758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EF4FD044-AC87-9C1D-EABE-D4E56C01F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B4710AA0-56E3-C770-8794-226F24042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CC3F83-DA12-12D3-98CF-43C74AC295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0382530"/>
              </p:ext>
            </p:extLst>
          </p:nvPr>
        </p:nvGraphicFramePr>
        <p:xfrm>
          <a:off x="1268361" y="2359742"/>
          <a:ext cx="9774559" cy="3618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7512">
                  <a:extLst>
                    <a:ext uri="{9D8B030D-6E8A-4147-A177-3AD203B41FA5}">
                      <a16:colId xmlns:a16="http://schemas.microsoft.com/office/drawing/2014/main" val="879749963"/>
                    </a:ext>
                  </a:extLst>
                </a:gridCol>
                <a:gridCol w="4797047">
                  <a:extLst>
                    <a:ext uri="{9D8B030D-6E8A-4147-A177-3AD203B41FA5}">
                      <a16:colId xmlns:a16="http://schemas.microsoft.com/office/drawing/2014/main" val="2607750167"/>
                    </a:ext>
                  </a:extLst>
                </a:gridCol>
              </a:tblGrid>
              <a:tr h="72365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b="0" u="none" strike="noStrike" dirty="0">
                          <a:effectLst/>
                        </a:rPr>
                        <a:t>Observation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516132410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Error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4222045469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>
                          <a:effectLst/>
                        </a:rPr>
                        <a:t>No Error</a:t>
                      </a:r>
                      <a:endParaRPr lang="en-IN" sz="3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2989389420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Total Task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2652799053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Quality Score</a:t>
                      </a:r>
                      <a:endParaRPr lang="en-IN" sz="3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97.50%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1811647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4865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B5E7DC-BF5C-0500-F4E9-CEFC9057B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7" name="Rectangle 39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E9D4E-08D7-0EF0-2416-2E919356D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i="1" dirty="0">
                <a:solidFill>
                  <a:srgbClr val="FFFFFF"/>
                </a:solidFill>
              </a:rPr>
              <a:t>Developer Report Japan Jan 2026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B9D9682E-8900-CDA3-80C5-EBCA8103BC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761609"/>
              </p:ext>
            </p:extLst>
          </p:nvPr>
        </p:nvGraphicFramePr>
        <p:xfrm>
          <a:off x="0" y="1575459"/>
          <a:ext cx="12192000" cy="5282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8683">
                  <a:extLst>
                    <a:ext uri="{9D8B030D-6E8A-4147-A177-3AD203B41FA5}">
                      <a16:colId xmlns:a16="http://schemas.microsoft.com/office/drawing/2014/main" val="1215633810"/>
                    </a:ext>
                  </a:extLst>
                </a:gridCol>
                <a:gridCol w="1023291">
                  <a:extLst>
                    <a:ext uri="{9D8B030D-6E8A-4147-A177-3AD203B41FA5}">
                      <a16:colId xmlns:a16="http://schemas.microsoft.com/office/drawing/2014/main" val="2276621571"/>
                    </a:ext>
                  </a:extLst>
                </a:gridCol>
                <a:gridCol w="1538534">
                  <a:extLst>
                    <a:ext uri="{9D8B030D-6E8A-4147-A177-3AD203B41FA5}">
                      <a16:colId xmlns:a16="http://schemas.microsoft.com/office/drawing/2014/main" val="3896291031"/>
                    </a:ext>
                  </a:extLst>
                </a:gridCol>
                <a:gridCol w="1323637">
                  <a:extLst>
                    <a:ext uri="{9D8B030D-6E8A-4147-A177-3AD203B41FA5}">
                      <a16:colId xmlns:a16="http://schemas.microsoft.com/office/drawing/2014/main" val="1386265165"/>
                    </a:ext>
                  </a:extLst>
                </a:gridCol>
                <a:gridCol w="1269328">
                  <a:extLst>
                    <a:ext uri="{9D8B030D-6E8A-4147-A177-3AD203B41FA5}">
                      <a16:colId xmlns:a16="http://schemas.microsoft.com/office/drawing/2014/main" val="1890371969"/>
                    </a:ext>
                  </a:extLst>
                </a:gridCol>
                <a:gridCol w="1528527">
                  <a:extLst>
                    <a:ext uri="{9D8B030D-6E8A-4147-A177-3AD203B41FA5}">
                      <a16:colId xmlns:a16="http://schemas.microsoft.com/office/drawing/2014/main" val="2622047276"/>
                    </a:ext>
                  </a:extLst>
                </a:gridCol>
              </a:tblGrid>
              <a:tr h="345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Developer Name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Error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No Error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Observation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Grand Total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 Quality Score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extLst>
                  <a:ext uri="{0D108BD9-81ED-4DB2-BD59-A6C34878D82A}">
                    <a16:rowId xmlns:a16="http://schemas.microsoft.com/office/drawing/2014/main" val="1419693140"/>
                  </a:ext>
                </a:extLst>
              </a:tr>
              <a:tr h="6170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Sarika Joshi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                95.00 %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extLst>
                  <a:ext uri="{0D108BD9-81ED-4DB2-BD59-A6C34878D82A}">
                    <a16:rowId xmlns:a16="http://schemas.microsoft.com/office/drawing/2014/main" val="1561465893"/>
                  </a:ext>
                </a:extLst>
              </a:tr>
              <a:tr h="6170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DEEPIKA DAMBARLAL SAMBARIA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                87.50 %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extLst>
                  <a:ext uri="{0D108BD9-81ED-4DB2-BD59-A6C34878D82A}">
                    <a16:rowId xmlns:a16="http://schemas.microsoft.com/office/drawing/2014/main" val="3286043036"/>
                  </a:ext>
                </a:extLst>
              </a:tr>
              <a:tr h="6170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Neha Lal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              100.00 %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extLst>
                  <a:ext uri="{0D108BD9-81ED-4DB2-BD59-A6C34878D82A}">
                    <a16:rowId xmlns:a16="http://schemas.microsoft.com/office/drawing/2014/main" val="195837696"/>
                  </a:ext>
                </a:extLst>
              </a:tr>
              <a:tr h="6170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KOMAL RITEN GALA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              100.00 %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extLst>
                  <a:ext uri="{0D108BD9-81ED-4DB2-BD59-A6C34878D82A}">
                    <a16:rowId xmlns:a16="http://schemas.microsoft.com/office/drawing/2014/main" val="5486917"/>
                  </a:ext>
                </a:extLst>
              </a:tr>
              <a:tr h="6170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Neha Gupta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              100.00 %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extLst>
                  <a:ext uri="{0D108BD9-81ED-4DB2-BD59-A6C34878D82A}">
                    <a16:rowId xmlns:a16="http://schemas.microsoft.com/office/drawing/2014/main" val="1229026335"/>
                  </a:ext>
                </a:extLst>
              </a:tr>
              <a:tr h="6170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SACHIN SHIVPRAKASH PRAJAPATI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              100.00 %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extLst>
                  <a:ext uri="{0D108BD9-81ED-4DB2-BD59-A6C34878D82A}">
                    <a16:rowId xmlns:a16="http://schemas.microsoft.com/office/drawing/2014/main" val="3030783382"/>
                  </a:ext>
                </a:extLst>
              </a:tr>
              <a:tr h="6170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SUPRIYA SANTOSH MHASHELKAR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              100.00 %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extLst>
                  <a:ext uri="{0D108BD9-81ED-4DB2-BD59-A6C34878D82A}">
                    <a16:rowId xmlns:a16="http://schemas.microsoft.com/office/drawing/2014/main" val="1135514271"/>
                  </a:ext>
                </a:extLst>
              </a:tr>
              <a:tr h="6170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Grand Total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78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80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                 97.50 %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232" marR="12232" marT="12232" marB="0" anchor="b"/>
                </a:tc>
                <a:extLst>
                  <a:ext uri="{0D108BD9-81ED-4DB2-BD59-A6C34878D82A}">
                    <a16:rowId xmlns:a16="http://schemas.microsoft.com/office/drawing/2014/main" val="2736768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9715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95B610-6B25-4291-68E6-FA438E5C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9BB5C44-D616-04BF-5837-311673BD6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096ACB-D594-2CBF-A776-85BC37259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775853-C0B6-3487-1C6A-1B0ED949C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8E0368-5B56-B144-8FD0-60267C0DD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800090-FBA7-EB2E-9063-908CE4B70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b="1" i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Error Analysis Internal &amp; External for Japan </a:t>
            </a:r>
            <a:r>
              <a:rPr lang="en-IN" sz="4000" i="1" dirty="0">
                <a:solidFill>
                  <a:srgbClr val="FFFFFF"/>
                </a:solidFill>
              </a:rPr>
              <a:t>Jan</a:t>
            </a:r>
            <a:r>
              <a:rPr lang="en-IN" sz="4000" b="1" i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 2026</a:t>
            </a:r>
            <a:endParaRPr lang="en-IN" sz="4000" i="1" dirty="0">
              <a:solidFill>
                <a:srgbClr val="FFFFFF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F4AF5A2-F117-B4FC-11E9-D14BD2A395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182745"/>
              </p:ext>
            </p:extLst>
          </p:nvPr>
        </p:nvGraphicFramePr>
        <p:xfrm>
          <a:off x="1" y="2170947"/>
          <a:ext cx="12192000" cy="4686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9341">
                  <a:extLst>
                    <a:ext uri="{9D8B030D-6E8A-4147-A177-3AD203B41FA5}">
                      <a16:colId xmlns:a16="http://schemas.microsoft.com/office/drawing/2014/main" val="1098032241"/>
                    </a:ext>
                  </a:extLst>
                </a:gridCol>
                <a:gridCol w="3457706">
                  <a:extLst>
                    <a:ext uri="{9D8B030D-6E8A-4147-A177-3AD203B41FA5}">
                      <a16:colId xmlns:a16="http://schemas.microsoft.com/office/drawing/2014/main" val="2703153757"/>
                    </a:ext>
                  </a:extLst>
                </a:gridCol>
                <a:gridCol w="3496220">
                  <a:extLst>
                    <a:ext uri="{9D8B030D-6E8A-4147-A177-3AD203B41FA5}">
                      <a16:colId xmlns:a16="http://schemas.microsoft.com/office/drawing/2014/main" val="3335967538"/>
                    </a:ext>
                  </a:extLst>
                </a:gridCol>
                <a:gridCol w="1848733">
                  <a:extLst>
                    <a:ext uri="{9D8B030D-6E8A-4147-A177-3AD203B41FA5}">
                      <a16:colId xmlns:a16="http://schemas.microsoft.com/office/drawing/2014/main" val="1893884286"/>
                    </a:ext>
                  </a:extLst>
                </a:gridCol>
              </a:tblGrid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Error Type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Test link(Internal)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Live link(External)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Total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0435681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Content Related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86806839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 err="1">
                          <a:effectLst/>
                        </a:rPr>
                        <a:t>LinkBuilder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0681958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Navigation Related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58853407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Design Related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97253658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EDM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33606531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Images related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76819277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Total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27327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9532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11FB82-2CBE-6F4B-7009-832301178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D8DB44B-2588-0053-0001-155A0B750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C01A82-5B0E-BCEE-1EBA-1A225D8B3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468614-A50F-C3A7-44ED-1CCFC7E82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1C8531-12DB-2CCC-449C-592F19A4C7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C5E0F2-431A-2335-4894-D25149F47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i="1" dirty="0">
                <a:solidFill>
                  <a:srgbClr val="FFFFFF"/>
                </a:solidFill>
              </a:rPr>
              <a:t>Error Trend Analysis for Japan Jan 2026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44F96D1-9F7E-4BDC-BE6C-8FEDD938A2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0856045"/>
              </p:ext>
            </p:extLst>
          </p:nvPr>
        </p:nvGraphicFramePr>
        <p:xfrm>
          <a:off x="-2" y="2170031"/>
          <a:ext cx="12192001" cy="46873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90400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F67821-D816-E816-885A-956E37218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767792-EF71-B401-1118-B08B4C38E0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3ABB0-F078-8D09-F2CC-F0FF2816B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pPr algn="ctr"/>
            <a:r>
              <a:rPr lang="en-IN" sz="3600" i="1" dirty="0">
                <a:solidFill>
                  <a:srgbClr val="FFFFFF"/>
                </a:solidFill>
              </a:rPr>
              <a:t>Quality Score for month of Japan Feb 2026</a:t>
            </a:r>
          </a:p>
        </p:txBody>
      </p:sp>
      <p:sp>
        <p:nvSpPr>
          <p:cNvPr id="11" name="Graphic 11">
            <a:extLst>
              <a:ext uri="{FF2B5EF4-FFF2-40B4-BE49-F238E27FC236}">
                <a16:creationId xmlns:a16="http://schemas.microsoft.com/office/drawing/2014/main" id="{86F56CC2-12AA-40BD-E430-34A8C280D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98D57A74-56B7-80B7-81C9-A5A194AFF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ECDE7CA7-D0A9-9247-7C54-44BE7358C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D1A756D-306A-B9E5-56CC-C568A7B334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6761232"/>
              </p:ext>
            </p:extLst>
          </p:nvPr>
        </p:nvGraphicFramePr>
        <p:xfrm>
          <a:off x="1268361" y="2359742"/>
          <a:ext cx="9774559" cy="3618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7512">
                  <a:extLst>
                    <a:ext uri="{9D8B030D-6E8A-4147-A177-3AD203B41FA5}">
                      <a16:colId xmlns:a16="http://schemas.microsoft.com/office/drawing/2014/main" val="879749963"/>
                    </a:ext>
                  </a:extLst>
                </a:gridCol>
                <a:gridCol w="4797047">
                  <a:extLst>
                    <a:ext uri="{9D8B030D-6E8A-4147-A177-3AD203B41FA5}">
                      <a16:colId xmlns:a16="http://schemas.microsoft.com/office/drawing/2014/main" val="2607750167"/>
                    </a:ext>
                  </a:extLst>
                </a:gridCol>
              </a:tblGrid>
              <a:tr h="72365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b="0" u="none" strike="noStrike" dirty="0">
                          <a:effectLst/>
                        </a:rPr>
                        <a:t>Observation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516132410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Error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4222045469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No Error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2989389420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Total Task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2652799053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Quality Score</a:t>
                      </a:r>
                      <a:endParaRPr lang="en-IN" sz="3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100.00%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1811647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2400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689C2-AF14-32CD-FF19-6AF0E2F1B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8" name="Rectangle 40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ADB1E8-F140-C50C-D5AA-FC3D1B82D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i="1" dirty="0">
                <a:solidFill>
                  <a:srgbClr val="FFFFFF"/>
                </a:solidFill>
              </a:rPr>
              <a:t>Developer Report Japan Feb 2026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499145E-AF45-7815-F77F-7EA5DB0CFB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9971939"/>
              </p:ext>
            </p:extLst>
          </p:nvPr>
        </p:nvGraphicFramePr>
        <p:xfrm>
          <a:off x="0" y="1584603"/>
          <a:ext cx="12192001" cy="5282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1576">
                  <a:extLst>
                    <a:ext uri="{9D8B030D-6E8A-4147-A177-3AD203B41FA5}">
                      <a16:colId xmlns:a16="http://schemas.microsoft.com/office/drawing/2014/main" val="36879722"/>
                    </a:ext>
                  </a:extLst>
                </a:gridCol>
                <a:gridCol w="1689865">
                  <a:extLst>
                    <a:ext uri="{9D8B030D-6E8A-4147-A177-3AD203B41FA5}">
                      <a16:colId xmlns:a16="http://schemas.microsoft.com/office/drawing/2014/main" val="4053355491"/>
                    </a:ext>
                  </a:extLst>
                </a:gridCol>
                <a:gridCol w="1115678">
                  <a:extLst>
                    <a:ext uri="{9D8B030D-6E8A-4147-A177-3AD203B41FA5}">
                      <a16:colId xmlns:a16="http://schemas.microsoft.com/office/drawing/2014/main" val="4118438970"/>
                    </a:ext>
                  </a:extLst>
                </a:gridCol>
                <a:gridCol w="1354574">
                  <a:extLst>
                    <a:ext uri="{9D8B030D-6E8A-4147-A177-3AD203B41FA5}">
                      <a16:colId xmlns:a16="http://schemas.microsoft.com/office/drawing/2014/main" val="912335341"/>
                    </a:ext>
                  </a:extLst>
                </a:gridCol>
                <a:gridCol w="1480308">
                  <a:extLst>
                    <a:ext uri="{9D8B030D-6E8A-4147-A177-3AD203B41FA5}">
                      <a16:colId xmlns:a16="http://schemas.microsoft.com/office/drawing/2014/main" val="4041165665"/>
                    </a:ext>
                  </a:extLst>
                </a:gridCol>
              </a:tblGrid>
              <a:tr h="121085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Developer Name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No Error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Error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Grand Total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Quality Score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extLst>
                  <a:ext uri="{0D108BD9-81ED-4DB2-BD59-A6C34878D82A}">
                    <a16:rowId xmlns:a16="http://schemas.microsoft.com/office/drawing/2014/main" val="3731375861"/>
                  </a:ext>
                </a:extLst>
              </a:tr>
              <a:tr h="6786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DEEPIKA DAMBARLAL SAMBARIA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100%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extLst>
                  <a:ext uri="{0D108BD9-81ED-4DB2-BD59-A6C34878D82A}">
                    <a16:rowId xmlns:a16="http://schemas.microsoft.com/office/drawing/2014/main" val="1544745716"/>
                  </a:ext>
                </a:extLst>
              </a:tr>
              <a:tr h="6786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Neha Lal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100%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extLst>
                  <a:ext uri="{0D108BD9-81ED-4DB2-BD59-A6C34878D82A}">
                    <a16:rowId xmlns:a16="http://schemas.microsoft.com/office/drawing/2014/main" val="3356834671"/>
                  </a:ext>
                </a:extLst>
              </a:tr>
              <a:tr h="6786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SACHIN SHIVPRAKASH PRAJAPATI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100%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extLst>
                  <a:ext uri="{0D108BD9-81ED-4DB2-BD59-A6C34878D82A}">
                    <a16:rowId xmlns:a16="http://schemas.microsoft.com/office/drawing/2014/main" val="4096058977"/>
                  </a:ext>
                </a:extLst>
              </a:tr>
              <a:tr h="6786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Sarika Rupesh </a:t>
                      </a:r>
                      <a:r>
                        <a:rPr lang="en-US" sz="1400" u="none" strike="noStrike" dirty="0" err="1">
                          <a:effectLst/>
                        </a:rPr>
                        <a:t>Joshte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100%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extLst>
                  <a:ext uri="{0D108BD9-81ED-4DB2-BD59-A6C34878D82A}">
                    <a16:rowId xmlns:a16="http://schemas.microsoft.com/office/drawing/2014/main" val="2108365615"/>
                  </a:ext>
                </a:extLst>
              </a:tr>
              <a:tr h="6786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SUPRIYA SANTOSH MHASHELKAR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100%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extLst>
                  <a:ext uri="{0D108BD9-81ED-4DB2-BD59-A6C34878D82A}">
                    <a16:rowId xmlns:a16="http://schemas.microsoft.com/office/drawing/2014/main" val="1574841732"/>
                  </a:ext>
                </a:extLst>
              </a:tr>
              <a:tr h="6786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Grand Total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44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</a:rPr>
                        <a:t>44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100%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539" marR="22539" marT="22539" marB="0" anchor="b"/>
                </a:tc>
                <a:extLst>
                  <a:ext uri="{0D108BD9-81ED-4DB2-BD59-A6C34878D82A}">
                    <a16:rowId xmlns:a16="http://schemas.microsoft.com/office/drawing/2014/main" val="207167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3732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4C25BD-122C-A2B2-5CC0-91D3EC44F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0BE689-0FD4-97F6-57D7-ED085502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8FF73D-3216-C291-7076-6635E01D2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pPr algn="ctr"/>
            <a:r>
              <a:rPr lang="en-IN" sz="3600" i="1" dirty="0">
                <a:solidFill>
                  <a:srgbClr val="FFFFFF"/>
                </a:solidFill>
              </a:rPr>
              <a:t>Quality Score for month of Japan Mar 2026</a:t>
            </a:r>
          </a:p>
        </p:txBody>
      </p:sp>
      <p:sp>
        <p:nvSpPr>
          <p:cNvPr id="11" name="Graphic 11">
            <a:extLst>
              <a:ext uri="{FF2B5EF4-FFF2-40B4-BE49-F238E27FC236}">
                <a16:creationId xmlns:a16="http://schemas.microsoft.com/office/drawing/2014/main" id="{02A26CFC-90E4-5525-080D-725AF4865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AE210F61-9427-9369-D44F-32A8A65D1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8C760ED2-092B-FE72-FF4E-5C87A86B1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04A4C8-335E-CC43-56DA-D413BBCBE5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3815680"/>
              </p:ext>
            </p:extLst>
          </p:nvPr>
        </p:nvGraphicFramePr>
        <p:xfrm>
          <a:off x="1268361" y="2359742"/>
          <a:ext cx="9774559" cy="3618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7512">
                  <a:extLst>
                    <a:ext uri="{9D8B030D-6E8A-4147-A177-3AD203B41FA5}">
                      <a16:colId xmlns:a16="http://schemas.microsoft.com/office/drawing/2014/main" val="879749963"/>
                    </a:ext>
                  </a:extLst>
                </a:gridCol>
                <a:gridCol w="4797047">
                  <a:extLst>
                    <a:ext uri="{9D8B030D-6E8A-4147-A177-3AD203B41FA5}">
                      <a16:colId xmlns:a16="http://schemas.microsoft.com/office/drawing/2014/main" val="2607750167"/>
                    </a:ext>
                  </a:extLst>
                </a:gridCol>
              </a:tblGrid>
              <a:tr h="72365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b="0" u="none" strike="noStrike" dirty="0">
                          <a:effectLst/>
                        </a:rPr>
                        <a:t>Observation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516132410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Error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4222045469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No Error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2989389420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Total Task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r>
                        <a:rPr lang="en-IN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2652799053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Quality Score</a:t>
                      </a:r>
                      <a:endParaRPr lang="en-IN" sz="3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100.00%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1811647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8968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125E26-C359-B335-6468-2649D26CF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0" name="Rectangle 42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2FD6B7-023E-6BC3-C974-7637FF34B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i="1" dirty="0">
                <a:solidFill>
                  <a:srgbClr val="FFFFFF"/>
                </a:solidFill>
              </a:rPr>
              <a:t>Developer Report Japan Mar 2026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EBBB1ED-8D58-5315-6C76-24206782AD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6882220"/>
              </p:ext>
            </p:extLst>
          </p:nvPr>
        </p:nvGraphicFramePr>
        <p:xfrm>
          <a:off x="0" y="1584604"/>
          <a:ext cx="12192001" cy="528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78209">
                  <a:extLst>
                    <a:ext uri="{9D8B030D-6E8A-4147-A177-3AD203B41FA5}">
                      <a16:colId xmlns:a16="http://schemas.microsoft.com/office/drawing/2014/main" val="2491698688"/>
                    </a:ext>
                  </a:extLst>
                </a:gridCol>
                <a:gridCol w="1541975">
                  <a:extLst>
                    <a:ext uri="{9D8B030D-6E8A-4147-A177-3AD203B41FA5}">
                      <a16:colId xmlns:a16="http://schemas.microsoft.com/office/drawing/2014/main" val="3229488581"/>
                    </a:ext>
                  </a:extLst>
                </a:gridCol>
                <a:gridCol w="2085030">
                  <a:extLst>
                    <a:ext uri="{9D8B030D-6E8A-4147-A177-3AD203B41FA5}">
                      <a16:colId xmlns:a16="http://schemas.microsoft.com/office/drawing/2014/main" val="2037917360"/>
                    </a:ext>
                  </a:extLst>
                </a:gridCol>
                <a:gridCol w="1236028">
                  <a:extLst>
                    <a:ext uri="{9D8B030D-6E8A-4147-A177-3AD203B41FA5}">
                      <a16:colId xmlns:a16="http://schemas.microsoft.com/office/drawing/2014/main" val="1100469162"/>
                    </a:ext>
                  </a:extLst>
                </a:gridCol>
                <a:gridCol w="1350759">
                  <a:extLst>
                    <a:ext uri="{9D8B030D-6E8A-4147-A177-3AD203B41FA5}">
                      <a16:colId xmlns:a16="http://schemas.microsoft.com/office/drawing/2014/main" val="3792660505"/>
                    </a:ext>
                  </a:extLst>
                </a:gridCol>
              </a:tblGrid>
              <a:tr h="11112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 dirty="0">
                          <a:effectLst/>
                        </a:rPr>
                        <a:t>Developer Name</a:t>
                      </a:r>
                      <a:endParaRPr lang="en-IN" sz="2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No Error</a:t>
                      </a:r>
                      <a:endParaRPr lang="en-IN" sz="2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Observation</a:t>
                      </a:r>
                      <a:endParaRPr lang="en-IN" sz="2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Grand Total</a:t>
                      </a:r>
                      <a:endParaRPr lang="en-IN" sz="2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Quality Score</a:t>
                      </a:r>
                      <a:endParaRPr lang="en-IN" sz="2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extLst>
                  <a:ext uri="{0D108BD9-81ED-4DB2-BD59-A6C34878D82A}">
                    <a16:rowId xmlns:a16="http://schemas.microsoft.com/office/drawing/2014/main" val="3649774582"/>
                  </a:ext>
                </a:extLst>
              </a:tr>
              <a:tr h="5958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 dirty="0">
                          <a:effectLst/>
                        </a:rPr>
                        <a:t>DEEPIKA DAMBARLAL SAMBARIA</a:t>
                      </a:r>
                      <a:endParaRPr lang="en-IN" sz="2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4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0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4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 dirty="0">
                          <a:effectLst/>
                        </a:rPr>
                        <a:t>100%</a:t>
                      </a:r>
                      <a:endParaRPr lang="en-IN" sz="2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extLst>
                  <a:ext uri="{0D108BD9-81ED-4DB2-BD59-A6C34878D82A}">
                    <a16:rowId xmlns:a16="http://schemas.microsoft.com/office/drawing/2014/main" val="3130555901"/>
                  </a:ext>
                </a:extLst>
              </a:tr>
              <a:tr h="5958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 dirty="0">
                          <a:effectLst/>
                        </a:rPr>
                        <a:t>Neha Lal</a:t>
                      </a:r>
                      <a:endParaRPr lang="en-IN" sz="2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17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3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17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 dirty="0">
                          <a:effectLst/>
                        </a:rPr>
                        <a:t>100%</a:t>
                      </a:r>
                      <a:endParaRPr lang="en-IN" sz="2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extLst>
                  <a:ext uri="{0D108BD9-81ED-4DB2-BD59-A6C34878D82A}">
                    <a16:rowId xmlns:a16="http://schemas.microsoft.com/office/drawing/2014/main" val="102325255"/>
                  </a:ext>
                </a:extLst>
              </a:tr>
              <a:tr h="5958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SACHIN SHIVPRAKASH PRAJAPATI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 dirty="0">
                          <a:effectLst/>
                        </a:rPr>
                        <a:t>6</a:t>
                      </a:r>
                      <a:endParaRPr lang="en-IN" sz="2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1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6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 dirty="0">
                          <a:effectLst/>
                        </a:rPr>
                        <a:t>100%</a:t>
                      </a:r>
                      <a:endParaRPr lang="en-IN" sz="2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extLst>
                  <a:ext uri="{0D108BD9-81ED-4DB2-BD59-A6C34878D82A}">
                    <a16:rowId xmlns:a16="http://schemas.microsoft.com/office/drawing/2014/main" val="1586916446"/>
                  </a:ext>
                </a:extLst>
              </a:tr>
              <a:tr h="5958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Sarika Rupesh Joshte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23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 dirty="0">
                          <a:effectLst/>
                        </a:rPr>
                        <a:t>2</a:t>
                      </a:r>
                      <a:endParaRPr lang="en-IN" sz="2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23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 dirty="0">
                          <a:effectLst/>
                        </a:rPr>
                        <a:t>100%</a:t>
                      </a:r>
                      <a:endParaRPr lang="en-IN" sz="2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extLst>
                  <a:ext uri="{0D108BD9-81ED-4DB2-BD59-A6C34878D82A}">
                    <a16:rowId xmlns:a16="http://schemas.microsoft.com/office/drawing/2014/main" val="337351821"/>
                  </a:ext>
                </a:extLst>
              </a:tr>
              <a:tr h="5958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SUPRIYA SANTOSH MHASHELKAR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 dirty="0">
                          <a:effectLst/>
                        </a:rPr>
                        <a:t>24</a:t>
                      </a:r>
                      <a:endParaRPr lang="en-IN" sz="2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 dirty="0">
                          <a:effectLst/>
                        </a:rPr>
                        <a:t>0</a:t>
                      </a:r>
                      <a:endParaRPr lang="en-IN" sz="2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24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 dirty="0">
                          <a:effectLst/>
                        </a:rPr>
                        <a:t>100%</a:t>
                      </a:r>
                      <a:endParaRPr lang="en-IN" sz="2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extLst>
                  <a:ext uri="{0D108BD9-81ED-4DB2-BD59-A6C34878D82A}">
                    <a16:rowId xmlns:a16="http://schemas.microsoft.com/office/drawing/2014/main" val="774399648"/>
                  </a:ext>
                </a:extLst>
              </a:tr>
              <a:tr h="5958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KOMAL RITEN GALA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2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>
                          <a:effectLst/>
                        </a:rPr>
                        <a:t>1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 dirty="0">
                          <a:effectLst/>
                        </a:rPr>
                        <a:t>2</a:t>
                      </a:r>
                      <a:endParaRPr lang="en-IN" sz="2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u="none" strike="noStrike" dirty="0">
                          <a:effectLst/>
                        </a:rPr>
                        <a:t>100%</a:t>
                      </a:r>
                      <a:endParaRPr lang="en-IN" sz="2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extLst>
                  <a:ext uri="{0D108BD9-81ED-4DB2-BD59-A6C34878D82A}">
                    <a16:rowId xmlns:a16="http://schemas.microsoft.com/office/drawing/2014/main" val="3947872206"/>
                  </a:ext>
                </a:extLst>
              </a:tr>
              <a:tr h="5958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b="1" u="none" strike="noStrike">
                          <a:effectLst/>
                        </a:rPr>
                        <a:t>Grand Total</a:t>
                      </a:r>
                      <a:endParaRPr lang="en-IN" sz="2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b="1" u="none" strike="noStrike">
                          <a:effectLst/>
                        </a:rPr>
                        <a:t>76</a:t>
                      </a:r>
                      <a:endParaRPr lang="en-IN" sz="2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b="1" u="none" strike="noStrike">
                          <a:effectLst/>
                        </a:rPr>
                        <a:t>7</a:t>
                      </a:r>
                      <a:endParaRPr lang="en-IN" sz="2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b="1" u="none" strike="noStrike" dirty="0">
                          <a:effectLst/>
                        </a:rPr>
                        <a:t>76</a:t>
                      </a:r>
                      <a:endParaRPr lang="en-IN" sz="2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300" b="1" u="none" strike="noStrike" dirty="0">
                          <a:effectLst/>
                        </a:rPr>
                        <a:t>100%</a:t>
                      </a:r>
                      <a:endParaRPr lang="en-IN" sz="2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463" marR="19463" marT="19463" marB="0" anchor="b"/>
                </a:tc>
                <a:extLst>
                  <a:ext uri="{0D108BD9-81ED-4DB2-BD59-A6C34878D82A}">
                    <a16:rowId xmlns:a16="http://schemas.microsoft.com/office/drawing/2014/main" val="1855840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3241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FD0EF5-634A-426E-4C52-651CB7451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2933651-390E-A214-445E-046AB473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7DA0F6-1F45-F0AC-FA12-FBDABECD4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pPr algn="ctr"/>
            <a:r>
              <a:rPr lang="en-IN" sz="3600" i="1" dirty="0">
                <a:solidFill>
                  <a:srgbClr val="FFFFFF"/>
                </a:solidFill>
              </a:rPr>
              <a:t>Quality Score for month of Japan Apr 2026</a:t>
            </a:r>
          </a:p>
        </p:txBody>
      </p:sp>
      <p:sp>
        <p:nvSpPr>
          <p:cNvPr id="11" name="Graphic 11">
            <a:extLst>
              <a:ext uri="{FF2B5EF4-FFF2-40B4-BE49-F238E27FC236}">
                <a16:creationId xmlns:a16="http://schemas.microsoft.com/office/drawing/2014/main" id="{8E512F2E-9E65-0035-83F8-F1C5C37FD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3A23261F-AC4F-27D7-9611-398F99C6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3992C2DF-A3F5-2A51-4F44-7B88E3800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4E40D0-5AC1-EF69-1DB7-2CC8816F8D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2322661"/>
              </p:ext>
            </p:extLst>
          </p:nvPr>
        </p:nvGraphicFramePr>
        <p:xfrm>
          <a:off x="1268361" y="2359742"/>
          <a:ext cx="9774559" cy="3618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7512">
                  <a:extLst>
                    <a:ext uri="{9D8B030D-6E8A-4147-A177-3AD203B41FA5}">
                      <a16:colId xmlns:a16="http://schemas.microsoft.com/office/drawing/2014/main" val="879749963"/>
                    </a:ext>
                  </a:extLst>
                </a:gridCol>
                <a:gridCol w="4797047">
                  <a:extLst>
                    <a:ext uri="{9D8B030D-6E8A-4147-A177-3AD203B41FA5}">
                      <a16:colId xmlns:a16="http://schemas.microsoft.com/office/drawing/2014/main" val="2607750167"/>
                    </a:ext>
                  </a:extLst>
                </a:gridCol>
              </a:tblGrid>
              <a:tr h="72365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b="0" u="none" strike="noStrike" dirty="0">
                          <a:effectLst/>
                        </a:rPr>
                        <a:t>Observation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516132410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Error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4222045469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No Error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107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2989389420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Total Task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108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2652799053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Quality Score</a:t>
                      </a:r>
                      <a:endParaRPr lang="en-IN" sz="3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99.07%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1811647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3181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341429-57A0-5DA1-280A-CBCFE8629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2" name="Rectangle 45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86330-8329-B945-F4B3-5609196AD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i="1" dirty="0">
                <a:solidFill>
                  <a:srgbClr val="FFFFFF"/>
                </a:solidFill>
              </a:rPr>
              <a:t>Developer Report Japan Apr 2026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17E14CF5-A77A-5012-817A-18A7903BBB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9987885"/>
              </p:ext>
            </p:extLst>
          </p:nvPr>
        </p:nvGraphicFramePr>
        <p:xfrm>
          <a:off x="0" y="1584603"/>
          <a:ext cx="12192001" cy="52825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8683">
                  <a:extLst>
                    <a:ext uri="{9D8B030D-6E8A-4147-A177-3AD203B41FA5}">
                      <a16:colId xmlns:a16="http://schemas.microsoft.com/office/drawing/2014/main" val="2280934525"/>
                    </a:ext>
                  </a:extLst>
                </a:gridCol>
                <a:gridCol w="1023292">
                  <a:extLst>
                    <a:ext uri="{9D8B030D-6E8A-4147-A177-3AD203B41FA5}">
                      <a16:colId xmlns:a16="http://schemas.microsoft.com/office/drawing/2014/main" val="3006949848"/>
                    </a:ext>
                  </a:extLst>
                </a:gridCol>
                <a:gridCol w="1538533">
                  <a:extLst>
                    <a:ext uri="{9D8B030D-6E8A-4147-A177-3AD203B41FA5}">
                      <a16:colId xmlns:a16="http://schemas.microsoft.com/office/drawing/2014/main" val="287015922"/>
                    </a:ext>
                  </a:extLst>
                </a:gridCol>
                <a:gridCol w="1323637">
                  <a:extLst>
                    <a:ext uri="{9D8B030D-6E8A-4147-A177-3AD203B41FA5}">
                      <a16:colId xmlns:a16="http://schemas.microsoft.com/office/drawing/2014/main" val="3102941637"/>
                    </a:ext>
                  </a:extLst>
                </a:gridCol>
                <a:gridCol w="1269329">
                  <a:extLst>
                    <a:ext uri="{9D8B030D-6E8A-4147-A177-3AD203B41FA5}">
                      <a16:colId xmlns:a16="http://schemas.microsoft.com/office/drawing/2014/main" val="3458512964"/>
                    </a:ext>
                  </a:extLst>
                </a:gridCol>
                <a:gridCol w="1528527">
                  <a:extLst>
                    <a:ext uri="{9D8B030D-6E8A-4147-A177-3AD203B41FA5}">
                      <a16:colId xmlns:a16="http://schemas.microsoft.com/office/drawing/2014/main" val="997733784"/>
                    </a:ext>
                  </a:extLst>
                </a:gridCol>
              </a:tblGrid>
              <a:tr h="3915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Developer Name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Error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No Error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Observation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Grand Total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 Quality Score 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extLst>
                  <a:ext uri="{0D108BD9-81ED-4DB2-BD59-A6C34878D82A}">
                    <a16:rowId xmlns:a16="http://schemas.microsoft.com/office/drawing/2014/main" val="2298043493"/>
                  </a:ext>
                </a:extLst>
              </a:tr>
              <a:tr h="6987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Neha Lal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1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32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1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33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                 96.97% 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extLst>
                  <a:ext uri="{0D108BD9-81ED-4DB2-BD59-A6C34878D82A}">
                    <a16:rowId xmlns:a16="http://schemas.microsoft.com/office/drawing/2014/main" val="1166472467"/>
                  </a:ext>
                </a:extLst>
              </a:tr>
              <a:tr h="6987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KOMAL RITEN GALA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0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3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0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3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               100.00 %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extLst>
                  <a:ext uri="{0D108BD9-81ED-4DB2-BD59-A6C34878D82A}">
                    <a16:rowId xmlns:a16="http://schemas.microsoft.com/office/drawing/2014/main" val="3042795814"/>
                  </a:ext>
                </a:extLst>
              </a:tr>
              <a:tr h="6987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Mithesh Gupta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0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7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1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7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               100.00 %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extLst>
                  <a:ext uri="{0D108BD9-81ED-4DB2-BD59-A6C34878D82A}">
                    <a16:rowId xmlns:a16="http://schemas.microsoft.com/office/drawing/2014/main" val="1448570799"/>
                  </a:ext>
                </a:extLst>
              </a:tr>
              <a:tr h="6987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SACHIN SHIVPRAKASH PRAJAPATI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0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13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0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13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               100.00 %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extLst>
                  <a:ext uri="{0D108BD9-81ED-4DB2-BD59-A6C34878D82A}">
                    <a16:rowId xmlns:a16="http://schemas.microsoft.com/office/drawing/2014/main" val="3344494270"/>
                  </a:ext>
                </a:extLst>
              </a:tr>
              <a:tr h="6987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Sarika Rupesh </a:t>
                      </a:r>
                      <a:r>
                        <a:rPr lang="en-IN" sz="1500" u="none" strike="noStrike" dirty="0" err="1">
                          <a:effectLst/>
                        </a:rPr>
                        <a:t>Joshte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0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26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0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26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               100.00 %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extLst>
                  <a:ext uri="{0D108BD9-81ED-4DB2-BD59-A6C34878D82A}">
                    <a16:rowId xmlns:a16="http://schemas.microsoft.com/office/drawing/2014/main" val="3299673554"/>
                  </a:ext>
                </a:extLst>
              </a:tr>
              <a:tr h="6987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SUPRIYA SANTOSH MHASHELKAR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0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26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1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26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               100.00 %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extLst>
                  <a:ext uri="{0D108BD9-81ED-4DB2-BD59-A6C34878D82A}">
                    <a16:rowId xmlns:a16="http://schemas.microsoft.com/office/drawing/2014/main" val="1489300656"/>
                  </a:ext>
                </a:extLst>
              </a:tr>
              <a:tr h="6987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1" u="none" strike="noStrike" dirty="0">
                          <a:effectLst/>
                        </a:rPr>
                        <a:t>Grand Total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1" u="none" strike="noStrike" dirty="0">
                          <a:effectLst/>
                        </a:rPr>
                        <a:t>1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1" u="none" strike="noStrike" dirty="0">
                          <a:effectLst/>
                        </a:rPr>
                        <a:t>107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1" u="none" strike="noStrike" dirty="0">
                          <a:effectLst/>
                        </a:rPr>
                        <a:t>3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1" u="none" strike="noStrike" dirty="0">
                          <a:effectLst/>
                        </a:rPr>
                        <a:t>108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1" u="none" strike="noStrike" dirty="0">
                          <a:effectLst/>
                        </a:rPr>
                        <a:t>                 99.07 %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76" marR="13276" marT="13276" marB="0" anchor="b"/>
                </a:tc>
                <a:extLst>
                  <a:ext uri="{0D108BD9-81ED-4DB2-BD59-A6C34878D82A}">
                    <a16:rowId xmlns:a16="http://schemas.microsoft.com/office/drawing/2014/main" val="4085563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3381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2ED279-8F56-1D74-4D1D-E401F641F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5E3EF0-3195-38AE-8D98-2655B814E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B3E324-C55B-3570-3224-C3E1D915E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477230-86AC-650E-0269-B3F5D81D2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855883-A3CC-3A09-766B-039BFC119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6CC61A-01E1-E4D6-9D9F-FF8724A5E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b="1" i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Error Analysis Internal &amp; External for Japan </a:t>
            </a:r>
            <a:r>
              <a:rPr lang="en-IN" sz="4000" i="1" dirty="0">
                <a:solidFill>
                  <a:srgbClr val="FFFFFF"/>
                </a:solidFill>
              </a:rPr>
              <a:t>Apr</a:t>
            </a:r>
            <a:r>
              <a:rPr lang="en-IN" sz="4000" b="1" i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 2026</a:t>
            </a:r>
            <a:endParaRPr lang="en-IN" sz="4000" i="1" dirty="0">
              <a:solidFill>
                <a:srgbClr val="FFFFFF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E2E9220-6CD7-82F4-7B3B-FF8140C6C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143615"/>
              </p:ext>
            </p:extLst>
          </p:nvPr>
        </p:nvGraphicFramePr>
        <p:xfrm>
          <a:off x="1" y="2170947"/>
          <a:ext cx="12192000" cy="4954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9341">
                  <a:extLst>
                    <a:ext uri="{9D8B030D-6E8A-4147-A177-3AD203B41FA5}">
                      <a16:colId xmlns:a16="http://schemas.microsoft.com/office/drawing/2014/main" val="1098032241"/>
                    </a:ext>
                  </a:extLst>
                </a:gridCol>
                <a:gridCol w="3457706">
                  <a:extLst>
                    <a:ext uri="{9D8B030D-6E8A-4147-A177-3AD203B41FA5}">
                      <a16:colId xmlns:a16="http://schemas.microsoft.com/office/drawing/2014/main" val="2703153757"/>
                    </a:ext>
                  </a:extLst>
                </a:gridCol>
                <a:gridCol w="3496220">
                  <a:extLst>
                    <a:ext uri="{9D8B030D-6E8A-4147-A177-3AD203B41FA5}">
                      <a16:colId xmlns:a16="http://schemas.microsoft.com/office/drawing/2014/main" val="3335967538"/>
                    </a:ext>
                  </a:extLst>
                </a:gridCol>
                <a:gridCol w="1848733">
                  <a:extLst>
                    <a:ext uri="{9D8B030D-6E8A-4147-A177-3AD203B41FA5}">
                      <a16:colId xmlns:a16="http://schemas.microsoft.com/office/drawing/2014/main" val="1893884286"/>
                    </a:ext>
                  </a:extLst>
                </a:gridCol>
              </a:tblGrid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Error Type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Test link(Internal)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Live link(External)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Total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0435681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Content Related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86806839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 err="1">
                          <a:effectLst/>
                        </a:rPr>
                        <a:t>LinkBuilder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0681958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Redirected links related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58853407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Design Related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97253658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EDM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33606531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Images related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76819277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Total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27327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3624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C15D0B-FBAA-7B07-B212-D9236B778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2FC56DD-8C27-6E68-D3E1-F48145F0B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B3C57-F6FD-1ABA-9CA1-39C8D7D19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B3F0A5-996C-F67E-7640-9C7AD5F3B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C95509-3D64-E1F5-5FD3-12CE29BAE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FBE40A-80F9-96FD-B259-C18012C61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i="1" dirty="0">
                <a:solidFill>
                  <a:srgbClr val="FFFFFF"/>
                </a:solidFill>
              </a:rPr>
              <a:t>Error Trend Analysis for BMW Japan Apr 2026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96722E3-98A4-42A2-9966-9D70370845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6128207"/>
              </p:ext>
            </p:extLst>
          </p:nvPr>
        </p:nvGraphicFramePr>
        <p:xfrm>
          <a:off x="0" y="2170031"/>
          <a:ext cx="12180029" cy="46873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03317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06C5BD-FB73-8828-2417-A8D13DDF6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0171F78-F49B-BFF2-B9B0-D9B1F3FD7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A0997A-9366-72BC-633E-1AC4948EA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pPr algn="ctr"/>
            <a:r>
              <a:rPr lang="en-IN" sz="3600" i="1" dirty="0">
                <a:solidFill>
                  <a:srgbClr val="FFFFFF"/>
                </a:solidFill>
              </a:rPr>
              <a:t>Quality Score for month of Japan May 2026</a:t>
            </a:r>
          </a:p>
        </p:txBody>
      </p:sp>
      <p:sp>
        <p:nvSpPr>
          <p:cNvPr id="11" name="Graphic 11">
            <a:extLst>
              <a:ext uri="{FF2B5EF4-FFF2-40B4-BE49-F238E27FC236}">
                <a16:creationId xmlns:a16="http://schemas.microsoft.com/office/drawing/2014/main" id="{82B25BF3-5DE2-F8CF-98A9-D3F65737D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B5159A1F-3295-93C6-3337-9CC58FAA1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C2CEEACA-E139-2C2B-D042-A05DB607E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F1868D-2EA9-E276-B1E1-2C70544C78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921561"/>
              </p:ext>
            </p:extLst>
          </p:nvPr>
        </p:nvGraphicFramePr>
        <p:xfrm>
          <a:off x="1268361" y="2359742"/>
          <a:ext cx="9774559" cy="3618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7512">
                  <a:extLst>
                    <a:ext uri="{9D8B030D-6E8A-4147-A177-3AD203B41FA5}">
                      <a16:colId xmlns:a16="http://schemas.microsoft.com/office/drawing/2014/main" val="879749963"/>
                    </a:ext>
                  </a:extLst>
                </a:gridCol>
                <a:gridCol w="4797047">
                  <a:extLst>
                    <a:ext uri="{9D8B030D-6E8A-4147-A177-3AD203B41FA5}">
                      <a16:colId xmlns:a16="http://schemas.microsoft.com/office/drawing/2014/main" val="2607750167"/>
                    </a:ext>
                  </a:extLst>
                </a:gridCol>
              </a:tblGrid>
              <a:tr h="72365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b="0" u="none" strike="noStrike" dirty="0">
                          <a:effectLst/>
                        </a:rPr>
                        <a:t>Observation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516132410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Error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4222045469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No Error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2989389420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Total Task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2652799053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Quality Score</a:t>
                      </a:r>
                      <a:endParaRPr lang="en-IN" sz="3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97.01%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1811647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9067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E27B5B-BC4E-C5E3-A3BD-E9CACFA66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3" name="Rectangle 46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F16C8A-C0D5-DD3B-6BB2-14C6D1CBB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i="1" dirty="0">
                <a:solidFill>
                  <a:srgbClr val="FFFFFF"/>
                </a:solidFill>
              </a:rPr>
              <a:t>Developer Report Japan May 2026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5CCD656-08DF-80FB-D125-94D9E97CB6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914042"/>
              </p:ext>
            </p:extLst>
          </p:nvPr>
        </p:nvGraphicFramePr>
        <p:xfrm>
          <a:off x="1" y="1593747"/>
          <a:ext cx="12192000" cy="5282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79575">
                  <a:extLst>
                    <a:ext uri="{9D8B030D-6E8A-4147-A177-3AD203B41FA5}">
                      <a16:colId xmlns:a16="http://schemas.microsoft.com/office/drawing/2014/main" val="3245555511"/>
                    </a:ext>
                  </a:extLst>
                </a:gridCol>
                <a:gridCol w="1147917">
                  <a:extLst>
                    <a:ext uri="{9D8B030D-6E8A-4147-A177-3AD203B41FA5}">
                      <a16:colId xmlns:a16="http://schemas.microsoft.com/office/drawing/2014/main" val="1007322121"/>
                    </a:ext>
                  </a:extLst>
                </a:gridCol>
                <a:gridCol w="1725908">
                  <a:extLst>
                    <a:ext uri="{9D8B030D-6E8A-4147-A177-3AD203B41FA5}">
                      <a16:colId xmlns:a16="http://schemas.microsoft.com/office/drawing/2014/main" val="4246547797"/>
                    </a:ext>
                  </a:extLst>
                </a:gridCol>
                <a:gridCol w="1423917">
                  <a:extLst>
                    <a:ext uri="{9D8B030D-6E8A-4147-A177-3AD203B41FA5}">
                      <a16:colId xmlns:a16="http://schemas.microsoft.com/office/drawing/2014/main" val="364024931"/>
                    </a:ext>
                  </a:extLst>
                </a:gridCol>
                <a:gridCol w="1714683">
                  <a:extLst>
                    <a:ext uri="{9D8B030D-6E8A-4147-A177-3AD203B41FA5}">
                      <a16:colId xmlns:a16="http://schemas.microsoft.com/office/drawing/2014/main" val="2984048590"/>
                    </a:ext>
                  </a:extLst>
                </a:gridCol>
              </a:tblGrid>
              <a:tr h="3915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Developer Name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Error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No Error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Grand Total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 Quality Score 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extLst>
                  <a:ext uri="{0D108BD9-81ED-4DB2-BD59-A6C34878D82A}">
                    <a16:rowId xmlns:a16="http://schemas.microsoft.com/office/drawing/2014/main" val="13686299"/>
                  </a:ext>
                </a:extLst>
              </a:tr>
              <a:tr h="6987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Neha Lal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                 89.47 %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extLst>
                  <a:ext uri="{0D108BD9-81ED-4DB2-BD59-A6C34878D82A}">
                    <a16:rowId xmlns:a16="http://schemas.microsoft.com/office/drawing/2014/main" val="3097886021"/>
                  </a:ext>
                </a:extLst>
              </a:tr>
              <a:tr h="6987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KOMAL RITEN GALA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               100.00 %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extLst>
                  <a:ext uri="{0D108BD9-81ED-4DB2-BD59-A6C34878D82A}">
                    <a16:rowId xmlns:a16="http://schemas.microsoft.com/office/drawing/2014/main" val="2553260211"/>
                  </a:ext>
                </a:extLst>
              </a:tr>
              <a:tr h="6987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Mitesh Umashankar Gupta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               100.00 %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extLst>
                  <a:ext uri="{0D108BD9-81ED-4DB2-BD59-A6C34878D82A}">
                    <a16:rowId xmlns:a16="http://schemas.microsoft.com/office/drawing/2014/main" val="3282486114"/>
                  </a:ext>
                </a:extLst>
              </a:tr>
              <a:tr h="6987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SACHIN SHIVPRAKASH PRAJAPATI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               100.00 %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extLst>
                  <a:ext uri="{0D108BD9-81ED-4DB2-BD59-A6C34878D82A}">
                    <a16:rowId xmlns:a16="http://schemas.microsoft.com/office/drawing/2014/main" val="212869591"/>
                  </a:ext>
                </a:extLst>
              </a:tr>
              <a:tr h="6987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Sarika Rupesh </a:t>
                      </a:r>
                      <a:r>
                        <a:rPr lang="en-IN" sz="1600" u="none" strike="noStrike" dirty="0" err="1">
                          <a:effectLst/>
                        </a:rPr>
                        <a:t>Joshte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16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               100.00 %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extLst>
                  <a:ext uri="{0D108BD9-81ED-4DB2-BD59-A6C34878D82A}">
                    <a16:rowId xmlns:a16="http://schemas.microsoft.com/office/drawing/2014/main" val="1999187195"/>
                  </a:ext>
                </a:extLst>
              </a:tr>
              <a:tr h="6987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SUPRIYA SANTOSH MHASHELKAR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22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22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               100.00 %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extLst>
                  <a:ext uri="{0D108BD9-81ED-4DB2-BD59-A6C34878D82A}">
                    <a16:rowId xmlns:a16="http://schemas.microsoft.com/office/drawing/2014/main" val="3766162420"/>
                  </a:ext>
                </a:extLst>
              </a:tr>
              <a:tr h="6987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Grand Total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2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65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67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                 97.01 </a:t>
                      </a:r>
                      <a:r>
                        <a:rPr lang="en-IN" sz="1600" u="none" strike="noStrike" dirty="0">
                          <a:effectLst/>
                        </a:rPr>
                        <a:t>%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850" marR="13850" marT="13850" marB="0" anchor="b"/>
                </a:tc>
                <a:extLst>
                  <a:ext uri="{0D108BD9-81ED-4DB2-BD59-A6C34878D82A}">
                    <a16:rowId xmlns:a16="http://schemas.microsoft.com/office/drawing/2014/main" val="1993128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3655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BAEDEA-939D-5FB9-8233-23C313B9A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7175BDD-6068-3DD5-45CD-9743882F6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1EF5F8-F029-D83A-3934-3DBC0DA36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A6C257-C897-E594-C6DA-DCEF75A5E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FD67EB-5E20-8F41-C9B9-9D96FECD9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EDEB5-DAA8-F79E-15E1-A3E8F9BE1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b="1" i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Error Analysis Internal &amp; External for Japan </a:t>
            </a:r>
            <a:r>
              <a:rPr lang="en-IN" sz="4000" i="1" dirty="0">
                <a:solidFill>
                  <a:srgbClr val="FFFFFF"/>
                </a:solidFill>
              </a:rPr>
              <a:t>May</a:t>
            </a:r>
            <a:r>
              <a:rPr lang="en-IN" sz="4000" b="1" i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 2026</a:t>
            </a:r>
            <a:endParaRPr lang="en-IN" sz="4000" i="1" dirty="0">
              <a:solidFill>
                <a:srgbClr val="FFFFFF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FF8E725-BF64-773B-9696-6F83667EE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899336"/>
              </p:ext>
            </p:extLst>
          </p:nvPr>
        </p:nvGraphicFramePr>
        <p:xfrm>
          <a:off x="1" y="2170947"/>
          <a:ext cx="12192000" cy="4954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9341">
                  <a:extLst>
                    <a:ext uri="{9D8B030D-6E8A-4147-A177-3AD203B41FA5}">
                      <a16:colId xmlns:a16="http://schemas.microsoft.com/office/drawing/2014/main" val="1098032241"/>
                    </a:ext>
                  </a:extLst>
                </a:gridCol>
                <a:gridCol w="3457706">
                  <a:extLst>
                    <a:ext uri="{9D8B030D-6E8A-4147-A177-3AD203B41FA5}">
                      <a16:colId xmlns:a16="http://schemas.microsoft.com/office/drawing/2014/main" val="2703153757"/>
                    </a:ext>
                  </a:extLst>
                </a:gridCol>
                <a:gridCol w="3496220">
                  <a:extLst>
                    <a:ext uri="{9D8B030D-6E8A-4147-A177-3AD203B41FA5}">
                      <a16:colId xmlns:a16="http://schemas.microsoft.com/office/drawing/2014/main" val="3335967538"/>
                    </a:ext>
                  </a:extLst>
                </a:gridCol>
                <a:gridCol w="1848733">
                  <a:extLst>
                    <a:ext uri="{9D8B030D-6E8A-4147-A177-3AD203B41FA5}">
                      <a16:colId xmlns:a16="http://schemas.microsoft.com/office/drawing/2014/main" val="1893884286"/>
                    </a:ext>
                  </a:extLst>
                </a:gridCol>
              </a:tblGrid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Error Type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Test link(Internal)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Live link(External)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Total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0435681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Content Related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86806839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 err="1">
                          <a:effectLst/>
                        </a:rPr>
                        <a:t>LinkBuilder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0681958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Navigation link related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58853407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Design Related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97253658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EDM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33606531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Images related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76819277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Total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27327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3850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5C1797-895C-9195-D5AA-928E0545E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FA6508A-AC65-D849-62D2-355203B3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0459DA-34CB-19DC-A08F-98A59B9AB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51EB75-D11B-D415-42BD-9F5EC5D72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F22A1C-FCCE-69D3-0783-BC07647E4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93EC57-4C90-F399-EEE4-6AC686F1B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i="1" dirty="0">
                <a:solidFill>
                  <a:srgbClr val="FFFFFF"/>
                </a:solidFill>
              </a:rPr>
              <a:t>Error Trend Analysis for BMW Japan May 2026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ADE6970-0C96-AF7E-BC75-7334241A24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495840"/>
              </p:ext>
            </p:extLst>
          </p:nvPr>
        </p:nvGraphicFramePr>
        <p:xfrm>
          <a:off x="0" y="2170032"/>
          <a:ext cx="12191999" cy="46873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08088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0376DE-5149-4314-CB13-01E9D92FB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8AAD69D-B2E7-E5FC-F4B8-19CC4E6FB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7F9ACA-2463-ECF8-C404-333DA8068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pPr algn="ctr"/>
            <a:r>
              <a:rPr lang="en-IN" sz="3600" i="1" dirty="0">
                <a:solidFill>
                  <a:srgbClr val="FFFFFF"/>
                </a:solidFill>
              </a:rPr>
              <a:t>Quality Score for month of Japan June 2026</a:t>
            </a:r>
          </a:p>
        </p:txBody>
      </p:sp>
      <p:sp>
        <p:nvSpPr>
          <p:cNvPr id="11" name="Graphic 11">
            <a:extLst>
              <a:ext uri="{FF2B5EF4-FFF2-40B4-BE49-F238E27FC236}">
                <a16:creationId xmlns:a16="http://schemas.microsoft.com/office/drawing/2014/main" id="{3A6E943C-FCC3-50BC-A49D-B5BE2B770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8B97E3C5-6F43-AACB-DC58-A8108A628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7D440409-A74D-0DA9-E639-236BF2CBE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83E4C6-DB74-E11B-8AE2-8C26C89B74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0992374"/>
              </p:ext>
            </p:extLst>
          </p:nvPr>
        </p:nvGraphicFramePr>
        <p:xfrm>
          <a:off x="1268361" y="2359742"/>
          <a:ext cx="9774559" cy="3618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7512">
                  <a:extLst>
                    <a:ext uri="{9D8B030D-6E8A-4147-A177-3AD203B41FA5}">
                      <a16:colId xmlns:a16="http://schemas.microsoft.com/office/drawing/2014/main" val="879749963"/>
                    </a:ext>
                  </a:extLst>
                </a:gridCol>
                <a:gridCol w="4797047">
                  <a:extLst>
                    <a:ext uri="{9D8B030D-6E8A-4147-A177-3AD203B41FA5}">
                      <a16:colId xmlns:a16="http://schemas.microsoft.com/office/drawing/2014/main" val="2607750167"/>
                    </a:ext>
                  </a:extLst>
                </a:gridCol>
              </a:tblGrid>
              <a:tr h="72365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b="0" u="none" strike="noStrike" dirty="0">
                          <a:effectLst/>
                        </a:rPr>
                        <a:t>Observation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516132410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Error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4222045469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No Error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74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2989389420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Total Task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2652799053"/>
                  </a:ext>
                </a:extLst>
              </a:tr>
              <a:tr h="723654"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u="none" strike="noStrike" dirty="0">
                          <a:effectLst/>
                        </a:rPr>
                        <a:t>Quality Score</a:t>
                      </a:r>
                      <a:endParaRPr lang="en-IN" sz="3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3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97.37%</a:t>
                      </a: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1811647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6068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1305DC-F550-A0E2-6E2F-DF72B29E0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4" name="Rectangle 47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7B9C7-0259-1EFE-C65B-320936C0F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i="1" dirty="0">
                <a:solidFill>
                  <a:srgbClr val="FFFFFF"/>
                </a:solidFill>
              </a:rPr>
              <a:t>Developer Report Japan June 2026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9C0E09B-4B12-695C-F24B-EEE5807CF4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7384396"/>
              </p:ext>
            </p:extLst>
          </p:nvPr>
        </p:nvGraphicFramePr>
        <p:xfrm>
          <a:off x="-2" y="1575459"/>
          <a:ext cx="12192002" cy="528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7892">
                  <a:extLst>
                    <a:ext uri="{9D8B030D-6E8A-4147-A177-3AD203B41FA5}">
                      <a16:colId xmlns:a16="http://schemas.microsoft.com/office/drawing/2014/main" val="2344036474"/>
                    </a:ext>
                  </a:extLst>
                </a:gridCol>
                <a:gridCol w="1182896">
                  <a:extLst>
                    <a:ext uri="{9D8B030D-6E8A-4147-A177-3AD203B41FA5}">
                      <a16:colId xmlns:a16="http://schemas.microsoft.com/office/drawing/2014/main" val="654032647"/>
                    </a:ext>
                  </a:extLst>
                </a:gridCol>
                <a:gridCol w="1778503">
                  <a:extLst>
                    <a:ext uri="{9D8B030D-6E8A-4147-A177-3AD203B41FA5}">
                      <a16:colId xmlns:a16="http://schemas.microsoft.com/office/drawing/2014/main" val="3322090880"/>
                    </a:ext>
                  </a:extLst>
                </a:gridCol>
                <a:gridCol w="1095776">
                  <a:extLst>
                    <a:ext uri="{9D8B030D-6E8A-4147-A177-3AD203B41FA5}">
                      <a16:colId xmlns:a16="http://schemas.microsoft.com/office/drawing/2014/main" val="1567320979"/>
                    </a:ext>
                  </a:extLst>
                </a:gridCol>
                <a:gridCol w="1766935">
                  <a:extLst>
                    <a:ext uri="{9D8B030D-6E8A-4147-A177-3AD203B41FA5}">
                      <a16:colId xmlns:a16="http://schemas.microsoft.com/office/drawing/2014/main" val="2874460511"/>
                    </a:ext>
                  </a:extLst>
                </a:gridCol>
              </a:tblGrid>
              <a:tr h="6603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Developer Name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Error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No Error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Grand Total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 Quality Score 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extLst>
                  <a:ext uri="{0D108BD9-81ED-4DB2-BD59-A6C34878D82A}">
                    <a16:rowId xmlns:a16="http://schemas.microsoft.com/office/drawing/2014/main" val="3250098503"/>
                  </a:ext>
                </a:extLst>
              </a:tr>
              <a:tr h="6603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Neha Lal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1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23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24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                 95.83 %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extLst>
                  <a:ext uri="{0D108BD9-81ED-4DB2-BD59-A6C34878D82A}">
                    <a16:rowId xmlns:a16="http://schemas.microsoft.com/office/drawing/2014/main" val="1640047370"/>
                  </a:ext>
                </a:extLst>
              </a:tr>
              <a:tr h="6603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SUPRIYA SANTOSH MHASHELKAR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1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23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24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                 95.83 %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extLst>
                  <a:ext uri="{0D108BD9-81ED-4DB2-BD59-A6C34878D82A}">
                    <a16:rowId xmlns:a16="http://schemas.microsoft.com/office/drawing/2014/main" val="2326824430"/>
                  </a:ext>
                </a:extLst>
              </a:tr>
              <a:tr h="6603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DIPALI TANAJI DUGAOKAR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0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2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2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               100.00 %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extLst>
                  <a:ext uri="{0D108BD9-81ED-4DB2-BD59-A6C34878D82A}">
                    <a16:rowId xmlns:a16="http://schemas.microsoft.com/office/drawing/2014/main" val="2103701716"/>
                  </a:ext>
                </a:extLst>
              </a:tr>
              <a:tr h="6603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KOMAL RITEN GALA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0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5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5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               100.00 %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extLst>
                  <a:ext uri="{0D108BD9-81ED-4DB2-BD59-A6C34878D82A}">
                    <a16:rowId xmlns:a16="http://schemas.microsoft.com/office/drawing/2014/main" val="1490615925"/>
                  </a:ext>
                </a:extLst>
              </a:tr>
              <a:tr h="6603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SACHIN SHIVPRAKASH PRAJAPATI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0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1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1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               100.00 %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extLst>
                  <a:ext uri="{0D108BD9-81ED-4DB2-BD59-A6C34878D82A}">
                    <a16:rowId xmlns:a16="http://schemas.microsoft.com/office/drawing/2014/main" val="364987368"/>
                  </a:ext>
                </a:extLst>
              </a:tr>
              <a:tr h="6603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Sarika Rupesh Joshte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0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20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20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               100.00 %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extLst>
                  <a:ext uri="{0D108BD9-81ED-4DB2-BD59-A6C34878D82A}">
                    <a16:rowId xmlns:a16="http://schemas.microsoft.com/office/drawing/2014/main" val="3907480462"/>
                  </a:ext>
                </a:extLst>
              </a:tr>
              <a:tr h="6603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1" u="none" strike="noStrike">
                          <a:effectLst/>
                        </a:rPr>
                        <a:t>Grand Total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1" u="none" strike="noStrike">
                          <a:effectLst/>
                        </a:rPr>
                        <a:t>2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1" u="none" strike="noStrike">
                          <a:effectLst/>
                        </a:rPr>
                        <a:t>74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1" u="none" strike="noStrike" dirty="0">
                          <a:effectLst/>
                        </a:rPr>
                        <a:t>76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1" u="none" strike="noStrike" dirty="0">
                          <a:effectLst/>
                        </a:rPr>
                        <a:t>                 97.37 %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089" marR="13089" marT="13089" marB="0" anchor="b"/>
                </a:tc>
                <a:extLst>
                  <a:ext uri="{0D108BD9-81ED-4DB2-BD59-A6C34878D82A}">
                    <a16:rowId xmlns:a16="http://schemas.microsoft.com/office/drawing/2014/main" val="808912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1588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E13101-056E-999C-235A-48D952D8F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AEA214-13B4-98E6-67CE-9CEB4B1CE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BD5C6F-1FF4-EF4A-4D6C-E7FF0A622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3CBCB1-16A9-5124-A9F5-A9CAFCF2F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0D81EF-CB4E-ACA1-6E49-35B1EED88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1C49E0-1B42-8F6F-2851-3D363DEAD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b="1" i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Error Analysis Internal &amp; External for Japan </a:t>
            </a:r>
            <a:r>
              <a:rPr lang="en-IN" sz="4000" i="1" dirty="0">
                <a:solidFill>
                  <a:srgbClr val="FFFFFF"/>
                </a:solidFill>
              </a:rPr>
              <a:t>June</a:t>
            </a:r>
            <a:r>
              <a:rPr lang="en-IN" sz="4000" b="1" i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 2026</a:t>
            </a:r>
            <a:endParaRPr lang="en-IN" sz="4000" i="1" dirty="0">
              <a:solidFill>
                <a:srgbClr val="FFFFFF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83E4635-EC2D-07C3-DC43-B20CBF34A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621620"/>
              </p:ext>
            </p:extLst>
          </p:nvPr>
        </p:nvGraphicFramePr>
        <p:xfrm>
          <a:off x="1" y="2170947"/>
          <a:ext cx="12192000" cy="4954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9341">
                  <a:extLst>
                    <a:ext uri="{9D8B030D-6E8A-4147-A177-3AD203B41FA5}">
                      <a16:colId xmlns:a16="http://schemas.microsoft.com/office/drawing/2014/main" val="1098032241"/>
                    </a:ext>
                  </a:extLst>
                </a:gridCol>
                <a:gridCol w="3457706">
                  <a:extLst>
                    <a:ext uri="{9D8B030D-6E8A-4147-A177-3AD203B41FA5}">
                      <a16:colId xmlns:a16="http://schemas.microsoft.com/office/drawing/2014/main" val="2703153757"/>
                    </a:ext>
                  </a:extLst>
                </a:gridCol>
                <a:gridCol w="3496220">
                  <a:extLst>
                    <a:ext uri="{9D8B030D-6E8A-4147-A177-3AD203B41FA5}">
                      <a16:colId xmlns:a16="http://schemas.microsoft.com/office/drawing/2014/main" val="3335967538"/>
                    </a:ext>
                  </a:extLst>
                </a:gridCol>
                <a:gridCol w="1848733">
                  <a:extLst>
                    <a:ext uri="{9D8B030D-6E8A-4147-A177-3AD203B41FA5}">
                      <a16:colId xmlns:a16="http://schemas.microsoft.com/office/drawing/2014/main" val="1893884286"/>
                    </a:ext>
                  </a:extLst>
                </a:gridCol>
              </a:tblGrid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Error Type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Test link(Internal)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Live link(External)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Total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0435681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Content Related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86806839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 err="1">
                          <a:effectLst/>
                        </a:rPr>
                        <a:t>LinkBuilder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0681958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Navigation link related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58853407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Design Related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97253658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EDM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33606531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Images related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76819277"/>
                  </a:ext>
                </a:extLst>
              </a:tr>
              <a:tr h="5858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Total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27327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8508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FEB5CB-ACAB-8B62-BEEA-081B9ED04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D3C99E-A7D7-8D96-13C9-AF9C6B1AA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BDE774-148D-D1DC-E492-23B4AC296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BA1791-B537-45BC-CE48-A1F5126CC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D40F6E-F9DF-98CC-714D-E31179B735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74888B-44A0-7841-2E60-197BF4E9F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i="1" dirty="0">
                <a:solidFill>
                  <a:srgbClr val="FFFFFF"/>
                </a:solidFill>
              </a:rPr>
              <a:t>Error Trend Analysis for BMW Japan June 2026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748B536-F582-041A-E8D2-3ABB29FF02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3845521"/>
              </p:ext>
            </p:extLst>
          </p:nvPr>
        </p:nvGraphicFramePr>
        <p:xfrm>
          <a:off x="-11971" y="2170032"/>
          <a:ext cx="12192001" cy="46873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819410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F1A915-C762-EBD5-78E1-3EB2C3B4D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2EA9D8E-61BF-E3D1-2FD1-3692B3B0D8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FE2320-9ABF-8F1C-3BD8-C51F5D41F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6C47E3-736D-B82C-DCD9-62B828C44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27796C-82C3-37A1-AD62-110C11C39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3061C1-5881-8D46-E519-CB5E54D0C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b="1" i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Quality Score Dashboard Jan – June BMW Japan</a:t>
            </a:r>
            <a:endParaRPr lang="en-IN" sz="4000" i="1" dirty="0">
              <a:solidFill>
                <a:srgbClr val="FFFFFF"/>
              </a:solidFill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CBE0E70-FB36-B4DF-80B0-1B6A3C0FA4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1792356"/>
              </p:ext>
            </p:extLst>
          </p:nvPr>
        </p:nvGraphicFramePr>
        <p:xfrm>
          <a:off x="11970" y="2101174"/>
          <a:ext cx="12168059" cy="47562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21490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C03A12-E9A7-CDF3-1A2D-00165D45B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26427F9-7994-51A7-8748-CB2484638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CF17C0-0CD3-15E4-62AC-BC31483E1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33465-57BA-BEB5-0E87-1222B78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F201E2-E66A-5105-329E-76E791E3B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BC088F-4C77-7696-A3F2-1F7BA250B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i="1" dirty="0">
                <a:solidFill>
                  <a:srgbClr val="FFFFFF"/>
                </a:solidFill>
                <a:latin typeface="Calibri" panose="020F0502020204030204" pitchFamily="34" charset="0"/>
              </a:rPr>
              <a:t>BMW Japan QA Summary Report </a:t>
            </a:r>
            <a:br>
              <a:rPr lang="en-IN" sz="4000" i="1" dirty="0">
                <a:solidFill>
                  <a:srgbClr val="FFFFFF"/>
                </a:solidFill>
                <a:latin typeface="Calibri" panose="020F0502020204030204" pitchFamily="34" charset="0"/>
              </a:rPr>
            </a:br>
            <a:r>
              <a:rPr lang="en-IN" sz="4000" i="1" dirty="0">
                <a:solidFill>
                  <a:srgbClr val="FFFFFF"/>
                </a:solidFill>
                <a:latin typeface="Calibri" panose="020F0502020204030204" pitchFamily="34" charset="0"/>
              </a:rPr>
              <a:t>(Jan – June 2026)</a:t>
            </a:r>
            <a:endParaRPr lang="en-IN" sz="4000" i="1" dirty="0">
              <a:solidFill>
                <a:srgbClr val="FFFFFF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4AC366-445D-CCD1-7BBF-B118AEEF69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856208"/>
              </p:ext>
            </p:extLst>
          </p:nvPr>
        </p:nvGraphicFramePr>
        <p:xfrm>
          <a:off x="11971" y="2170030"/>
          <a:ext cx="12168060" cy="4687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1417">
                  <a:extLst>
                    <a:ext uri="{9D8B030D-6E8A-4147-A177-3AD203B41FA5}">
                      <a16:colId xmlns:a16="http://schemas.microsoft.com/office/drawing/2014/main" val="3716633824"/>
                    </a:ext>
                  </a:extLst>
                </a:gridCol>
                <a:gridCol w="4766643">
                  <a:extLst>
                    <a:ext uri="{9D8B030D-6E8A-4147-A177-3AD203B41FA5}">
                      <a16:colId xmlns:a16="http://schemas.microsoft.com/office/drawing/2014/main" val="602715913"/>
                    </a:ext>
                  </a:extLst>
                </a:gridCol>
              </a:tblGrid>
              <a:tr h="4687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5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K</a:t>
                      </a:r>
                      <a:r>
                        <a:rPr lang="en-IN" sz="25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PI</a:t>
                      </a:r>
                    </a:p>
                  </a:txBody>
                  <a:tcPr marL="11700" marR="11700" marT="1170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5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V</a:t>
                      </a:r>
                      <a:r>
                        <a:rPr lang="en-IN" sz="25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alue</a:t>
                      </a:r>
                      <a:endParaRPr lang="en-IN" sz="25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extLst>
                  <a:ext uri="{0D108BD9-81ED-4DB2-BD59-A6C34878D82A}">
                    <a16:rowId xmlns:a16="http://schemas.microsoft.com/office/drawing/2014/main" val="3459838459"/>
                  </a:ext>
                </a:extLst>
              </a:tr>
              <a:tr h="4687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500" u="none" strike="noStrike" dirty="0">
                          <a:effectLst/>
                        </a:rPr>
                        <a:t>Total Tasks Audited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5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451</a:t>
                      </a:r>
                      <a:endParaRPr lang="en-IN" sz="25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extLst>
                  <a:ext uri="{0D108BD9-81ED-4DB2-BD59-A6C34878D82A}">
                    <a16:rowId xmlns:a16="http://schemas.microsoft.com/office/drawing/2014/main" val="1922995182"/>
                  </a:ext>
                </a:extLst>
              </a:tr>
              <a:tr h="4687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500" u="none" strike="noStrike" dirty="0">
                          <a:effectLst/>
                        </a:rPr>
                        <a:t>Error Free Tasks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5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444</a:t>
                      </a:r>
                      <a:endParaRPr lang="en-IN" sz="25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extLst>
                  <a:ext uri="{0D108BD9-81ED-4DB2-BD59-A6C34878D82A}">
                    <a16:rowId xmlns:a16="http://schemas.microsoft.com/office/drawing/2014/main" val="3105630373"/>
                  </a:ext>
                </a:extLst>
              </a:tr>
              <a:tr h="4687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500" u="none" strike="noStrike" dirty="0">
                          <a:effectLst/>
                        </a:rPr>
                        <a:t>Total Defects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5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7</a:t>
                      </a:r>
                      <a:endParaRPr lang="en-IN" sz="25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extLst>
                  <a:ext uri="{0D108BD9-81ED-4DB2-BD59-A6C34878D82A}">
                    <a16:rowId xmlns:a16="http://schemas.microsoft.com/office/drawing/2014/main" val="701015878"/>
                  </a:ext>
                </a:extLst>
              </a:tr>
              <a:tr h="4687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500" u="none" strike="noStrike" dirty="0">
                          <a:effectLst/>
                        </a:rPr>
                        <a:t>Internal Defects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5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7</a:t>
                      </a:r>
                      <a:endParaRPr lang="en-IN" sz="25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extLst>
                  <a:ext uri="{0D108BD9-81ED-4DB2-BD59-A6C34878D82A}">
                    <a16:rowId xmlns:a16="http://schemas.microsoft.com/office/drawing/2014/main" val="1499446095"/>
                  </a:ext>
                </a:extLst>
              </a:tr>
              <a:tr h="4687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500" u="none" strike="noStrike" dirty="0">
                          <a:effectLst/>
                        </a:rPr>
                        <a:t>External Defects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5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IN" sz="25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extLst>
                  <a:ext uri="{0D108BD9-81ED-4DB2-BD59-A6C34878D82A}">
                    <a16:rowId xmlns:a16="http://schemas.microsoft.com/office/drawing/2014/main" val="4140443205"/>
                  </a:ext>
                </a:extLst>
              </a:tr>
              <a:tr h="4687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500" u="none" strike="noStrike" dirty="0">
                          <a:effectLst/>
                        </a:rPr>
                        <a:t>Total Observations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5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13</a:t>
                      </a:r>
                      <a:endParaRPr lang="en-IN" sz="25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extLst>
                  <a:ext uri="{0D108BD9-81ED-4DB2-BD59-A6C34878D82A}">
                    <a16:rowId xmlns:a16="http://schemas.microsoft.com/office/drawing/2014/main" val="3616172812"/>
                  </a:ext>
                </a:extLst>
              </a:tr>
              <a:tr h="4687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500" u="none" strike="noStrike" dirty="0">
                          <a:effectLst/>
                        </a:rPr>
                        <a:t>Total Developers Audited</a:t>
                      </a:r>
                      <a:endParaRPr lang="en-IN" sz="25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5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9</a:t>
                      </a:r>
                      <a:endParaRPr lang="en-IN" sz="25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extLst>
                  <a:ext uri="{0D108BD9-81ED-4DB2-BD59-A6C34878D82A}">
                    <a16:rowId xmlns:a16="http://schemas.microsoft.com/office/drawing/2014/main" val="10151270"/>
                  </a:ext>
                </a:extLst>
              </a:tr>
              <a:tr h="4687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500" u="none" strike="noStrike" dirty="0">
                          <a:effectLst/>
                        </a:rPr>
                        <a:t>Developers Below 90%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5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IN" sz="25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extLst>
                  <a:ext uri="{0D108BD9-81ED-4DB2-BD59-A6C34878D82A}">
                    <a16:rowId xmlns:a16="http://schemas.microsoft.com/office/drawing/2014/main" val="2978544465"/>
                  </a:ext>
                </a:extLst>
              </a:tr>
              <a:tr h="46873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500" u="none" strike="noStrike" dirty="0">
                          <a:effectLst/>
                        </a:rPr>
                        <a:t>Average Quality Score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5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98.45%</a:t>
                      </a:r>
                      <a:endParaRPr lang="en-IN" sz="25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700" marR="11700" marT="11700" marB="0" anchor="ctr"/>
                </a:tc>
                <a:extLst>
                  <a:ext uri="{0D108BD9-81ED-4DB2-BD59-A6C34878D82A}">
                    <a16:rowId xmlns:a16="http://schemas.microsoft.com/office/drawing/2014/main" val="1000797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3186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90CABC-F69E-A87B-108A-DBB41ECCA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27A7458-6074-69A0-400B-06EE3E23D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30AA9D-EB97-E978-1DCE-E1E245E32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583807-4433-2811-E083-8880DB0F6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F49317-E80B-DA89-1BAA-2A2A66B9F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05F885-497A-F79F-FA8E-EE84CD457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i="1" dirty="0">
                <a:solidFill>
                  <a:srgbClr val="FFFFFF"/>
                </a:solidFill>
              </a:rPr>
              <a:t>Developer Summary Report BMW Japan</a:t>
            </a:r>
            <a:br>
              <a:rPr lang="en-US" sz="4000" i="1" dirty="0">
                <a:solidFill>
                  <a:srgbClr val="FFFFFF"/>
                </a:solidFill>
              </a:rPr>
            </a:br>
            <a:r>
              <a:rPr lang="en-US" sz="4000" i="1" dirty="0">
                <a:solidFill>
                  <a:srgbClr val="FFFFFF"/>
                </a:solidFill>
              </a:rPr>
              <a:t> (Jan – Jun 2026)</a:t>
            </a:r>
            <a:endParaRPr lang="en-IN" sz="4000" i="1" dirty="0">
              <a:solidFill>
                <a:srgbClr val="FFFFFF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87E837-2331-AB15-5BF5-6B88E38E31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381443"/>
              </p:ext>
            </p:extLst>
          </p:nvPr>
        </p:nvGraphicFramePr>
        <p:xfrm>
          <a:off x="1" y="2170031"/>
          <a:ext cx="12191999" cy="4687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8929">
                  <a:extLst>
                    <a:ext uri="{9D8B030D-6E8A-4147-A177-3AD203B41FA5}">
                      <a16:colId xmlns:a16="http://schemas.microsoft.com/office/drawing/2014/main" val="1279572033"/>
                    </a:ext>
                  </a:extLst>
                </a:gridCol>
                <a:gridCol w="1380160">
                  <a:extLst>
                    <a:ext uri="{9D8B030D-6E8A-4147-A177-3AD203B41FA5}">
                      <a16:colId xmlns:a16="http://schemas.microsoft.com/office/drawing/2014/main" val="307754443"/>
                    </a:ext>
                  </a:extLst>
                </a:gridCol>
                <a:gridCol w="1380160">
                  <a:extLst>
                    <a:ext uri="{9D8B030D-6E8A-4147-A177-3AD203B41FA5}">
                      <a16:colId xmlns:a16="http://schemas.microsoft.com/office/drawing/2014/main" val="2594352741"/>
                    </a:ext>
                  </a:extLst>
                </a:gridCol>
                <a:gridCol w="1261375">
                  <a:extLst>
                    <a:ext uri="{9D8B030D-6E8A-4147-A177-3AD203B41FA5}">
                      <a16:colId xmlns:a16="http://schemas.microsoft.com/office/drawing/2014/main" val="1883312368"/>
                    </a:ext>
                  </a:extLst>
                </a:gridCol>
                <a:gridCol w="1614255">
                  <a:extLst>
                    <a:ext uri="{9D8B030D-6E8A-4147-A177-3AD203B41FA5}">
                      <a16:colId xmlns:a16="http://schemas.microsoft.com/office/drawing/2014/main" val="2013927140"/>
                    </a:ext>
                  </a:extLst>
                </a:gridCol>
                <a:gridCol w="2427120">
                  <a:extLst>
                    <a:ext uri="{9D8B030D-6E8A-4147-A177-3AD203B41FA5}">
                      <a16:colId xmlns:a16="http://schemas.microsoft.com/office/drawing/2014/main" val="4126992942"/>
                    </a:ext>
                  </a:extLst>
                </a:gridCol>
              </a:tblGrid>
              <a:tr h="7181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Developer Name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Total Tasks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 dirty="0">
                          <a:effectLst/>
                        </a:rPr>
                        <a:t>Error Tasks</a:t>
                      </a:r>
                      <a:endParaRPr lang="en-IN" sz="1300" b="1" i="0" u="none" strike="noStrike" dirty="0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Error-Free Tasks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Observations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Overall Quality Score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extLst>
                  <a:ext uri="{0D108BD9-81ED-4DB2-BD59-A6C34878D82A}">
                    <a16:rowId xmlns:a16="http://schemas.microsoft.com/office/drawing/2014/main" val="1369706521"/>
                  </a:ext>
                </a:extLst>
              </a:tr>
              <a:tr h="396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DEEPIKA DAMBARLAL SAMBARIA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18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1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17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0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                             94.44 %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extLst>
                  <a:ext uri="{0D108BD9-81ED-4DB2-BD59-A6C34878D82A}">
                    <a16:rowId xmlns:a16="http://schemas.microsoft.com/office/drawing/2014/main" val="1348405959"/>
                  </a:ext>
                </a:extLst>
              </a:tr>
              <a:tr h="396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Neha Lal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116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4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112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5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                             96.55 %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extLst>
                  <a:ext uri="{0D108BD9-81ED-4DB2-BD59-A6C34878D82A}">
                    <a16:rowId xmlns:a16="http://schemas.microsoft.com/office/drawing/2014/main" val="2275075544"/>
                  </a:ext>
                </a:extLst>
              </a:tr>
              <a:tr h="396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SUPRIYA SANTOSH MHASHELKAR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116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1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115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1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                             99.14 %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extLst>
                  <a:ext uri="{0D108BD9-81ED-4DB2-BD59-A6C34878D82A}">
                    <a16:rowId xmlns:a16="http://schemas.microsoft.com/office/drawing/2014/main" val="615708738"/>
                  </a:ext>
                </a:extLst>
              </a:tr>
              <a:tr h="396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Sarika Rupesh Joshte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118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1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 dirty="0">
                          <a:effectLst/>
                        </a:rPr>
                        <a:t>117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4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                             99.15 %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extLst>
                  <a:ext uri="{0D108BD9-81ED-4DB2-BD59-A6C34878D82A}">
                    <a16:rowId xmlns:a16="http://schemas.microsoft.com/office/drawing/2014/main" val="3343559523"/>
                  </a:ext>
                </a:extLst>
              </a:tr>
              <a:tr h="396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SACHIN SHIVPRAKASH PRAJAPATI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58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0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58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1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                           100.00 %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extLst>
                  <a:ext uri="{0D108BD9-81ED-4DB2-BD59-A6C34878D82A}">
                    <a16:rowId xmlns:a16="http://schemas.microsoft.com/office/drawing/2014/main" val="2466345136"/>
                  </a:ext>
                </a:extLst>
              </a:tr>
              <a:tr h="396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KOMAL RITEN GALA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13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0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13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1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                           100.00 %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extLst>
                  <a:ext uri="{0D108BD9-81ED-4DB2-BD59-A6C34878D82A}">
                    <a16:rowId xmlns:a16="http://schemas.microsoft.com/office/drawing/2014/main" val="4157574922"/>
                  </a:ext>
                </a:extLst>
              </a:tr>
              <a:tr h="396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Mithesh Gupta / Mitesh Umashankar Gupta*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9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0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9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1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                           100.00 %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extLst>
                  <a:ext uri="{0D108BD9-81ED-4DB2-BD59-A6C34878D82A}">
                    <a16:rowId xmlns:a16="http://schemas.microsoft.com/office/drawing/2014/main" val="2881467620"/>
                  </a:ext>
                </a:extLst>
              </a:tr>
              <a:tr h="396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DIPALI TANAJI DUGAOKAR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2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0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2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0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                           100.00 %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extLst>
                  <a:ext uri="{0D108BD9-81ED-4DB2-BD59-A6C34878D82A}">
                    <a16:rowId xmlns:a16="http://schemas.microsoft.com/office/drawing/2014/main" val="2183980219"/>
                  </a:ext>
                </a:extLst>
              </a:tr>
              <a:tr h="396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Neha Gupta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1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0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1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0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u="none" strike="noStrike">
                          <a:effectLst/>
                        </a:rPr>
                        <a:t>                           100.00 %</a:t>
                      </a:r>
                      <a:endParaRPr lang="en-IN" sz="1300" b="0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extLst>
                  <a:ext uri="{0D108BD9-81ED-4DB2-BD59-A6C34878D82A}">
                    <a16:rowId xmlns:a16="http://schemas.microsoft.com/office/drawing/2014/main" val="557579105"/>
                  </a:ext>
                </a:extLst>
              </a:tr>
              <a:tr h="396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u="none" strike="noStrike">
                          <a:effectLst/>
                        </a:rPr>
                        <a:t>Grand Total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u="none" strike="noStrike">
                          <a:effectLst/>
                        </a:rPr>
                        <a:t>451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u="none" strike="noStrike">
                          <a:effectLst/>
                        </a:rPr>
                        <a:t>7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u="none" strike="noStrike">
                          <a:effectLst/>
                        </a:rPr>
                        <a:t>444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u="none" strike="noStrike">
                          <a:effectLst/>
                        </a:rPr>
                        <a:t>13</a:t>
                      </a:r>
                      <a:endParaRPr lang="en-IN" sz="1300" b="1" i="0" u="none" strike="noStrike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u="none" strike="noStrike" dirty="0">
                          <a:effectLst/>
                        </a:rPr>
                        <a:t>                             98.45% </a:t>
                      </a:r>
                      <a:endParaRPr lang="en-IN" sz="1300" b="1" i="0" u="none" strike="noStrike" dirty="0">
                        <a:solidFill>
                          <a:srgbClr val="000000"/>
                        </a:solidFill>
                        <a:effectLst/>
                        <a:latin typeface="Aptos Body"/>
                      </a:endParaRPr>
                    </a:p>
                  </a:txBody>
                  <a:tcPr marL="7161" marR="7161" marT="7161" marB="0" anchor="ctr"/>
                </a:tc>
                <a:extLst>
                  <a:ext uri="{0D108BD9-81ED-4DB2-BD59-A6C34878D82A}">
                    <a16:rowId xmlns:a16="http://schemas.microsoft.com/office/drawing/2014/main" val="2727586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47467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52E230-8BE2-8338-E7CF-8403EAE51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1A9B9B-DC44-ACFB-A941-6292E9CCD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358B6C-67A8-322E-3B91-757E9CA4B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750F98-05C4-386C-2F2F-D56B3961D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E85996-56D2-8BFF-21B3-E174C08FB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14D8C-F779-BABF-C66C-00DF9510D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i="1" dirty="0">
                <a:solidFill>
                  <a:srgbClr val="FFFFFF"/>
                </a:solidFill>
                <a:latin typeface="Calibri" panose="020F0502020204030204" pitchFamily="34" charset="0"/>
              </a:rPr>
              <a:t>Defect Category Breakdown BMW Japan </a:t>
            </a:r>
            <a:br>
              <a:rPr lang="en-IN" sz="4000" i="1" dirty="0">
                <a:solidFill>
                  <a:srgbClr val="FFFFFF"/>
                </a:solidFill>
                <a:latin typeface="Calibri" panose="020F0502020204030204" pitchFamily="34" charset="0"/>
              </a:rPr>
            </a:br>
            <a:r>
              <a:rPr lang="en-IN" sz="4000" i="1" dirty="0">
                <a:solidFill>
                  <a:srgbClr val="FFFFFF"/>
                </a:solidFill>
                <a:latin typeface="Calibri" panose="020F0502020204030204" pitchFamily="34" charset="0"/>
              </a:rPr>
              <a:t>(Jan – June 2026)</a:t>
            </a:r>
            <a:endParaRPr lang="en-IN" sz="4000" i="1" dirty="0">
              <a:solidFill>
                <a:srgbClr val="FFFFFF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5C798E-F9E8-8FFA-E8EF-AC10EA3EE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861882"/>
              </p:ext>
            </p:extLst>
          </p:nvPr>
        </p:nvGraphicFramePr>
        <p:xfrm>
          <a:off x="0" y="2170031"/>
          <a:ext cx="12180030" cy="4687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3622">
                  <a:extLst>
                    <a:ext uri="{9D8B030D-6E8A-4147-A177-3AD203B41FA5}">
                      <a16:colId xmlns:a16="http://schemas.microsoft.com/office/drawing/2014/main" val="3411473850"/>
                    </a:ext>
                  </a:extLst>
                </a:gridCol>
                <a:gridCol w="2911665">
                  <a:extLst>
                    <a:ext uri="{9D8B030D-6E8A-4147-A177-3AD203B41FA5}">
                      <a16:colId xmlns:a16="http://schemas.microsoft.com/office/drawing/2014/main" val="1723811314"/>
                    </a:ext>
                  </a:extLst>
                </a:gridCol>
                <a:gridCol w="2879036">
                  <a:extLst>
                    <a:ext uri="{9D8B030D-6E8A-4147-A177-3AD203B41FA5}">
                      <a16:colId xmlns:a16="http://schemas.microsoft.com/office/drawing/2014/main" val="3424965943"/>
                    </a:ext>
                  </a:extLst>
                </a:gridCol>
                <a:gridCol w="2135818">
                  <a:extLst>
                    <a:ext uri="{9D8B030D-6E8A-4147-A177-3AD203B41FA5}">
                      <a16:colId xmlns:a16="http://schemas.microsoft.com/office/drawing/2014/main" val="2380576920"/>
                    </a:ext>
                  </a:extLst>
                </a:gridCol>
                <a:gridCol w="1689889">
                  <a:extLst>
                    <a:ext uri="{9D8B030D-6E8A-4147-A177-3AD203B41FA5}">
                      <a16:colId xmlns:a16="http://schemas.microsoft.com/office/drawing/2014/main" val="272438183"/>
                    </a:ext>
                  </a:extLst>
                </a:gridCol>
              </a:tblGrid>
              <a:tr h="520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u="none" strike="noStrike" dirty="0">
                          <a:effectLst/>
                        </a:rPr>
                        <a:t>Defect Category</a:t>
                      </a:r>
                      <a:endParaRPr lang="en-IN" sz="2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u="none" strike="noStrike" dirty="0">
                          <a:effectLst/>
                        </a:rPr>
                        <a:t>Test Link (Internal)</a:t>
                      </a:r>
                      <a:endParaRPr lang="en-IN" sz="2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u="none" strike="noStrike" dirty="0">
                          <a:effectLst/>
                        </a:rPr>
                        <a:t>Live Link (Internal)</a:t>
                      </a:r>
                      <a:endParaRPr lang="en-IN" sz="2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u="none" strike="noStrike">
                          <a:effectLst/>
                        </a:rPr>
                        <a:t>Total Defects</a:t>
                      </a:r>
                      <a:endParaRPr lang="en-IN" sz="2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u="none" strike="noStrike">
                          <a:effectLst/>
                        </a:rPr>
                        <a:t>% of Total</a:t>
                      </a:r>
                      <a:endParaRPr lang="en-IN" sz="2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extLst>
                  <a:ext uri="{0D108BD9-81ED-4DB2-BD59-A6C34878D82A}">
                    <a16:rowId xmlns:a16="http://schemas.microsoft.com/office/drawing/2014/main" val="1243304080"/>
                  </a:ext>
                </a:extLst>
              </a:tr>
              <a:tr h="520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u="none" strike="noStrike">
                          <a:effectLst/>
                        </a:rPr>
                        <a:t>Content Related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57.14%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extLst>
                  <a:ext uri="{0D108BD9-81ED-4DB2-BD59-A6C34878D82A}">
                    <a16:rowId xmlns:a16="http://schemas.microsoft.com/office/drawing/2014/main" val="1388605200"/>
                  </a:ext>
                </a:extLst>
              </a:tr>
              <a:tr h="520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u="none" strike="noStrike" dirty="0">
                          <a:effectLst/>
                        </a:rPr>
                        <a:t>Design Related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14.29%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extLst>
                  <a:ext uri="{0D108BD9-81ED-4DB2-BD59-A6C34878D82A}">
                    <a16:rowId xmlns:a16="http://schemas.microsoft.com/office/drawing/2014/main" val="3878575187"/>
                  </a:ext>
                </a:extLst>
              </a:tr>
              <a:tr h="520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u="none" strike="noStrike">
                          <a:effectLst/>
                        </a:rPr>
                        <a:t>Image Related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extLst>
                  <a:ext uri="{0D108BD9-81ED-4DB2-BD59-A6C34878D82A}">
                    <a16:rowId xmlns:a16="http://schemas.microsoft.com/office/drawing/2014/main" val="1969424637"/>
                  </a:ext>
                </a:extLst>
              </a:tr>
              <a:tr h="520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u="none" strike="noStrike">
                          <a:effectLst/>
                        </a:rPr>
                        <a:t>Video Related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extLst>
                  <a:ext uri="{0D108BD9-81ED-4DB2-BD59-A6C34878D82A}">
                    <a16:rowId xmlns:a16="http://schemas.microsoft.com/office/drawing/2014/main" val="272073084"/>
                  </a:ext>
                </a:extLst>
              </a:tr>
              <a:tr h="520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u="none" strike="noStrike">
                          <a:effectLst/>
                        </a:rPr>
                        <a:t>Redirect Links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28.57%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extLst>
                  <a:ext uri="{0D108BD9-81ED-4DB2-BD59-A6C34878D82A}">
                    <a16:rowId xmlns:a16="http://schemas.microsoft.com/office/drawing/2014/main" val="4082379170"/>
                  </a:ext>
                </a:extLst>
              </a:tr>
              <a:tr h="520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u="none" strike="noStrike">
                          <a:effectLst/>
                        </a:rPr>
                        <a:t>Functionality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extLst>
                  <a:ext uri="{0D108BD9-81ED-4DB2-BD59-A6C34878D82A}">
                    <a16:rowId xmlns:a16="http://schemas.microsoft.com/office/drawing/2014/main" val="3227387461"/>
                  </a:ext>
                </a:extLst>
              </a:tr>
              <a:tr h="520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u="none" strike="noStrike">
                          <a:effectLst/>
                        </a:rPr>
                        <a:t>Multiple Issues</a:t>
                      </a:r>
                      <a:endParaRPr lang="en-IN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0.00%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extLst>
                  <a:ext uri="{0D108BD9-81ED-4DB2-BD59-A6C34878D82A}">
                    <a16:rowId xmlns:a16="http://schemas.microsoft.com/office/drawing/2014/main" val="1484753480"/>
                  </a:ext>
                </a:extLst>
              </a:tr>
              <a:tr h="5208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u="none" strike="noStrike">
                          <a:effectLst/>
                        </a:rPr>
                        <a:t>Grand Total</a:t>
                      </a:r>
                      <a:endParaRPr lang="en-IN" sz="2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100.00%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341" marR="19341" marT="19341" marB="0" anchor="ctr"/>
                </a:tc>
                <a:extLst>
                  <a:ext uri="{0D108BD9-81ED-4DB2-BD59-A6C34878D82A}">
                    <a16:rowId xmlns:a16="http://schemas.microsoft.com/office/drawing/2014/main" val="1127815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47299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5C11AB-9013-43C0-BBFB-F43D458F5C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865" y="457200"/>
            <a:ext cx="890427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0125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CDDDBC-C20C-70B6-B591-05FE4E2AF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23" name="Graphic 22" descr="Handshake">
            <a:extLst>
              <a:ext uri="{FF2B5EF4-FFF2-40B4-BE49-F238E27FC236}">
                <a16:creationId xmlns:a16="http://schemas.microsoft.com/office/drawing/2014/main" id="{D44DBF3B-7AD0-0318-1070-B5C8C77CCB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5622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026e4c1-5892-497a-b9da-ee493c9f0364}" enabled="0" method="" siteId="{d026e4c1-5892-497a-b9da-ee493c9f03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2541</TotalTime>
  <Words>1138</Words>
  <Application>Microsoft Office PowerPoint</Application>
  <PresentationFormat>Widescreen</PresentationFormat>
  <Paragraphs>612</Paragraphs>
  <Slides>27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Aptos Body</vt:lpstr>
      <vt:lpstr>Aptos Display</vt:lpstr>
      <vt:lpstr>Aptos Narrow</vt:lpstr>
      <vt:lpstr>Arial</vt:lpstr>
      <vt:lpstr>Calibri</vt:lpstr>
      <vt:lpstr>Office Theme</vt:lpstr>
      <vt:lpstr>Quality Report Japan Jan - June 2026</vt:lpstr>
      <vt:lpstr>Quality Score for month of Japan Jan 2026</vt:lpstr>
      <vt:lpstr>Developer Report Japan Jan 2026</vt:lpstr>
      <vt:lpstr>Error Analysis Internal &amp; External for Japan Jan 2026</vt:lpstr>
      <vt:lpstr>Error Trend Analysis for Japan Jan 2026</vt:lpstr>
      <vt:lpstr>Quality Score for month of Japan Feb 2026</vt:lpstr>
      <vt:lpstr>Developer Report Japan Feb 2026</vt:lpstr>
      <vt:lpstr>Quality Score for month of Japan Mar 2026</vt:lpstr>
      <vt:lpstr>Developer Report Japan Mar 2026</vt:lpstr>
      <vt:lpstr>Quality Score for month of Japan Apr 2026</vt:lpstr>
      <vt:lpstr>Developer Report Japan Apr 2026</vt:lpstr>
      <vt:lpstr>Error Analysis Internal &amp; External for Japan Apr 2026</vt:lpstr>
      <vt:lpstr>Error Trend Analysis for BMW Japan Apr 2026</vt:lpstr>
      <vt:lpstr>Quality Score for month of Japan May 2026</vt:lpstr>
      <vt:lpstr>Developer Report Japan May 2026</vt:lpstr>
      <vt:lpstr>Error Analysis Internal &amp; External for Japan May 2026</vt:lpstr>
      <vt:lpstr>Error Trend Analysis for BMW Japan May 2026</vt:lpstr>
      <vt:lpstr>Quality Score for month of Japan June 2026</vt:lpstr>
      <vt:lpstr>Developer Report Japan June 2026</vt:lpstr>
      <vt:lpstr>Error Analysis Internal &amp; External for Japan June 2026</vt:lpstr>
      <vt:lpstr>Error Trend Analysis for BMW Japan June 2026</vt:lpstr>
      <vt:lpstr>Quality Score Dashboard Jan – June BMW Japan</vt:lpstr>
      <vt:lpstr>BMW Japan QA Summary Report  (Jan – June 2026)</vt:lpstr>
      <vt:lpstr>Developer Summary Report BMW Japan  (Jan – Jun 2026)</vt:lpstr>
      <vt:lpstr>Defect Category Breakdown BMW Japan  (Jan – June 2026)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Report 2024</dc:title>
  <dc:creator>Kuttiparambil, Rahul (BOM-IPS)</dc:creator>
  <cp:lastModifiedBy>RAHUL TUKARAM SHEDGE (Omnicom)</cp:lastModifiedBy>
  <cp:revision>69</cp:revision>
  <dcterms:created xsi:type="dcterms:W3CDTF">2024-07-05T20:51:30Z</dcterms:created>
  <dcterms:modified xsi:type="dcterms:W3CDTF">2026-07-10T12:11:18Z</dcterms:modified>
</cp:coreProperties>
</file>